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74"/>
    <p:restoredTop sz="96197"/>
  </p:normalViewPr>
  <p:slideViewPr>
    <p:cSldViewPr snapToGrid="0">
      <p:cViewPr varScale="1">
        <p:scale>
          <a:sx n="93" d="100"/>
          <a:sy n="93" d="100"/>
        </p:scale>
        <p:origin x="21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7C4350-B3CE-4716-83F3-C1368469B2E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AA2663-A1DE-4D6A-97DA-8B13FFF4ABEF}">
      <dgm:prSet/>
      <dgm:spPr/>
      <dgm:t>
        <a:bodyPr/>
        <a:lstStyle/>
        <a:p>
          <a:r>
            <a:rPr lang="en-US"/>
            <a:t>Announcements</a:t>
          </a:r>
        </a:p>
      </dgm:t>
    </dgm:pt>
    <dgm:pt modelId="{8CCEFABC-83CB-47E0-A9E3-AAA61126C60D}" type="parTrans" cxnId="{AF12E2D5-ABF0-4C7E-9E22-AA85C261EA03}">
      <dgm:prSet/>
      <dgm:spPr/>
      <dgm:t>
        <a:bodyPr/>
        <a:lstStyle/>
        <a:p>
          <a:endParaRPr lang="en-US"/>
        </a:p>
      </dgm:t>
    </dgm:pt>
    <dgm:pt modelId="{4348AD76-CC6D-4BD4-9533-7D5246FA3E9C}" type="sibTrans" cxnId="{AF12E2D5-ABF0-4C7E-9E22-AA85C261EA03}">
      <dgm:prSet/>
      <dgm:spPr/>
      <dgm:t>
        <a:bodyPr/>
        <a:lstStyle/>
        <a:p>
          <a:endParaRPr lang="en-US"/>
        </a:p>
      </dgm:t>
    </dgm:pt>
    <dgm:pt modelId="{907B27D6-F641-4B91-B7F0-2EB546C4273A}">
      <dgm:prSet/>
      <dgm:spPr/>
      <dgm:t>
        <a:bodyPr/>
        <a:lstStyle/>
        <a:p>
          <a:r>
            <a:rPr lang="en-US" dirty="0"/>
            <a:t>Discussion Group Activity</a:t>
          </a:r>
        </a:p>
      </dgm:t>
    </dgm:pt>
    <dgm:pt modelId="{7EFEB20F-A87E-4505-9A2C-0E326D69695D}" type="parTrans" cxnId="{D8975DE4-7709-4786-A848-77A388341AD2}">
      <dgm:prSet/>
      <dgm:spPr/>
      <dgm:t>
        <a:bodyPr/>
        <a:lstStyle/>
        <a:p>
          <a:endParaRPr lang="en-US"/>
        </a:p>
      </dgm:t>
    </dgm:pt>
    <dgm:pt modelId="{C6D45A91-C54B-4A86-8114-A539F5C0FB4F}" type="sibTrans" cxnId="{D8975DE4-7709-4786-A848-77A388341AD2}">
      <dgm:prSet/>
      <dgm:spPr/>
      <dgm:t>
        <a:bodyPr/>
        <a:lstStyle/>
        <a:p>
          <a:endParaRPr lang="en-US"/>
        </a:p>
      </dgm:t>
    </dgm:pt>
    <dgm:pt modelId="{595C5039-5BAA-4E07-B3EC-E669D6D0FFC3}">
      <dgm:prSet/>
      <dgm:spPr/>
      <dgm:t>
        <a:bodyPr/>
        <a:lstStyle/>
        <a:p>
          <a:r>
            <a:rPr lang="en-US"/>
            <a:t>Student Presentation</a:t>
          </a:r>
        </a:p>
      </dgm:t>
    </dgm:pt>
    <dgm:pt modelId="{61C1E28C-3EAD-41E2-B3FF-96A99A89F50A}" type="parTrans" cxnId="{B0387B22-295E-4E2F-B509-FB395EA69A29}">
      <dgm:prSet/>
      <dgm:spPr/>
      <dgm:t>
        <a:bodyPr/>
        <a:lstStyle/>
        <a:p>
          <a:endParaRPr lang="en-US"/>
        </a:p>
      </dgm:t>
    </dgm:pt>
    <dgm:pt modelId="{3AA9D264-5B8E-4E35-9140-6747655726B8}" type="sibTrans" cxnId="{B0387B22-295E-4E2F-B509-FB395EA69A29}">
      <dgm:prSet/>
      <dgm:spPr/>
      <dgm:t>
        <a:bodyPr/>
        <a:lstStyle/>
        <a:p>
          <a:endParaRPr lang="en-US"/>
        </a:p>
      </dgm:t>
    </dgm:pt>
    <dgm:pt modelId="{FF8DBBDB-13EE-48F0-AA39-7BDB4D0528EE}">
      <dgm:prSet/>
      <dgm:spPr/>
      <dgm:t>
        <a:bodyPr/>
        <a:lstStyle/>
        <a:p>
          <a:r>
            <a:rPr lang="en-US" dirty="0"/>
            <a:t>General Discussion</a:t>
          </a:r>
        </a:p>
      </dgm:t>
    </dgm:pt>
    <dgm:pt modelId="{07B03C1E-2E69-402A-A996-493A30942D71}" type="parTrans" cxnId="{E29E3C84-4C48-438B-96A2-30EC822A5512}">
      <dgm:prSet/>
      <dgm:spPr/>
      <dgm:t>
        <a:bodyPr/>
        <a:lstStyle/>
        <a:p>
          <a:endParaRPr lang="en-US"/>
        </a:p>
      </dgm:t>
    </dgm:pt>
    <dgm:pt modelId="{5151D09F-2CE1-442A-BA3A-F9D083BA33A7}" type="sibTrans" cxnId="{E29E3C84-4C48-438B-96A2-30EC822A5512}">
      <dgm:prSet/>
      <dgm:spPr/>
      <dgm:t>
        <a:bodyPr/>
        <a:lstStyle/>
        <a:p>
          <a:endParaRPr lang="en-US"/>
        </a:p>
      </dgm:t>
    </dgm:pt>
    <dgm:pt modelId="{04E13651-C7AD-3F45-8C4D-6BF18CCF988C}" type="pres">
      <dgm:prSet presAssocID="{A07C4350-B3CE-4716-83F3-C1368469B2ED}" presName="linear" presStyleCnt="0">
        <dgm:presLayoutVars>
          <dgm:animLvl val="lvl"/>
          <dgm:resizeHandles val="exact"/>
        </dgm:presLayoutVars>
      </dgm:prSet>
      <dgm:spPr/>
    </dgm:pt>
    <dgm:pt modelId="{921545BF-688E-2647-A6FA-07331DA612F9}" type="pres">
      <dgm:prSet presAssocID="{7BAA2663-A1DE-4D6A-97DA-8B13FFF4AB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CC6775-71E3-F749-8008-23466F134EF4}" type="pres">
      <dgm:prSet presAssocID="{4348AD76-CC6D-4BD4-9533-7D5246FA3E9C}" presName="spacer" presStyleCnt="0"/>
      <dgm:spPr/>
    </dgm:pt>
    <dgm:pt modelId="{8943B28D-FEC3-284C-A488-56843BB93F4E}" type="pres">
      <dgm:prSet presAssocID="{907B27D6-F641-4B91-B7F0-2EB546C427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7EB147-587D-AD45-979F-29204418BE59}" type="pres">
      <dgm:prSet presAssocID="{C6D45A91-C54B-4A86-8114-A539F5C0FB4F}" presName="spacer" presStyleCnt="0"/>
      <dgm:spPr/>
    </dgm:pt>
    <dgm:pt modelId="{2EDA3C16-CAEC-714C-93E7-F96B4C2E67D7}" type="pres">
      <dgm:prSet presAssocID="{595C5039-5BAA-4E07-B3EC-E669D6D0FF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23F0FB-3066-C246-8AB9-8C16848AE159}" type="pres">
      <dgm:prSet presAssocID="{3AA9D264-5B8E-4E35-9140-6747655726B8}" presName="spacer" presStyleCnt="0"/>
      <dgm:spPr/>
    </dgm:pt>
    <dgm:pt modelId="{58CAD8A0-D0B0-7047-B58D-1DD7FB733814}" type="pres">
      <dgm:prSet presAssocID="{FF8DBBDB-13EE-48F0-AA39-7BDB4D0528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0387B22-295E-4E2F-B509-FB395EA69A29}" srcId="{A07C4350-B3CE-4716-83F3-C1368469B2ED}" destId="{595C5039-5BAA-4E07-B3EC-E669D6D0FFC3}" srcOrd="2" destOrd="0" parTransId="{61C1E28C-3EAD-41E2-B3FF-96A99A89F50A}" sibTransId="{3AA9D264-5B8E-4E35-9140-6747655726B8}"/>
    <dgm:cxn modelId="{50BAEB2B-2E26-5649-96FC-0404A70A3CFB}" type="presOf" srcId="{FF8DBBDB-13EE-48F0-AA39-7BDB4D0528EE}" destId="{58CAD8A0-D0B0-7047-B58D-1DD7FB733814}" srcOrd="0" destOrd="0" presId="urn:microsoft.com/office/officeart/2005/8/layout/vList2"/>
    <dgm:cxn modelId="{51A68B3E-3426-4E46-9E6D-AD3ED12CB4AD}" type="presOf" srcId="{7BAA2663-A1DE-4D6A-97DA-8B13FFF4ABEF}" destId="{921545BF-688E-2647-A6FA-07331DA612F9}" srcOrd="0" destOrd="0" presId="urn:microsoft.com/office/officeart/2005/8/layout/vList2"/>
    <dgm:cxn modelId="{11588C46-93C6-2140-83E3-7FB7E1038DA8}" type="presOf" srcId="{A07C4350-B3CE-4716-83F3-C1368469B2ED}" destId="{04E13651-C7AD-3F45-8C4D-6BF18CCF988C}" srcOrd="0" destOrd="0" presId="urn:microsoft.com/office/officeart/2005/8/layout/vList2"/>
    <dgm:cxn modelId="{E29E3C84-4C48-438B-96A2-30EC822A5512}" srcId="{A07C4350-B3CE-4716-83F3-C1368469B2ED}" destId="{FF8DBBDB-13EE-48F0-AA39-7BDB4D0528EE}" srcOrd="3" destOrd="0" parTransId="{07B03C1E-2E69-402A-A996-493A30942D71}" sibTransId="{5151D09F-2CE1-442A-BA3A-F9D083BA33A7}"/>
    <dgm:cxn modelId="{CFDE7CAF-59B0-074E-9D67-1733E504ED55}" type="presOf" srcId="{595C5039-5BAA-4E07-B3EC-E669D6D0FFC3}" destId="{2EDA3C16-CAEC-714C-93E7-F96B4C2E67D7}" srcOrd="0" destOrd="0" presId="urn:microsoft.com/office/officeart/2005/8/layout/vList2"/>
    <dgm:cxn modelId="{DE2326CA-D83E-804D-978B-280E6BC26059}" type="presOf" srcId="{907B27D6-F641-4B91-B7F0-2EB546C4273A}" destId="{8943B28D-FEC3-284C-A488-56843BB93F4E}" srcOrd="0" destOrd="0" presId="urn:microsoft.com/office/officeart/2005/8/layout/vList2"/>
    <dgm:cxn modelId="{AF12E2D5-ABF0-4C7E-9E22-AA85C261EA03}" srcId="{A07C4350-B3CE-4716-83F3-C1368469B2ED}" destId="{7BAA2663-A1DE-4D6A-97DA-8B13FFF4ABEF}" srcOrd="0" destOrd="0" parTransId="{8CCEFABC-83CB-47E0-A9E3-AAA61126C60D}" sibTransId="{4348AD76-CC6D-4BD4-9533-7D5246FA3E9C}"/>
    <dgm:cxn modelId="{D8975DE4-7709-4786-A848-77A388341AD2}" srcId="{A07C4350-B3CE-4716-83F3-C1368469B2ED}" destId="{907B27D6-F641-4B91-B7F0-2EB546C4273A}" srcOrd="1" destOrd="0" parTransId="{7EFEB20F-A87E-4505-9A2C-0E326D69695D}" sibTransId="{C6D45A91-C54B-4A86-8114-A539F5C0FB4F}"/>
    <dgm:cxn modelId="{08C5451B-358F-CF4C-B565-1F00EB9F9745}" type="presParOf" srcId="{04E13651-C7AD-3F45-8C4D-6BF18CCF988C}" destId="{921545BF-688E-2647-A6FA-07331DA612F9}" srcOrd="0" destOrd="0" presId="urn:microsoft.com/office/officeart/2005/8/layout/vList2"/>
    <dgm:cxn modelId="{3DDA8BFB-2DC0-8642-A5F3-9466171AA2B5}" type="presParOf" srcId="{04E13651-C7AD-3F45-8C4D-6BF18CCF988C}" destId="{5DCC6775-71E3-F749-8008-23466F134EF4}" srcOrd="1" destOrd="0" presId="urn:microsoft.com/office/officeart/2005/8/layout/vList2"/>
    <dgm:cxn modelId="{CAAE178E-C720-4B4F-ABF2-4324EBF8CA66}" type="presParOf" srcId="{04E13651-C7AD-3F45-8C4D-6BF18CCF988C}" destId="{8943B28D-FEC3-284C-A488-56843BB93F4E}" srcOrd="2" destOrd="0" presId="urn:microsoft.com/office/officeart/2005/8/layout/vList2"/>
    <dgm:cxn modelId="{01953089-EBB5-C941-B21E-3CF2DE3B4F92}" type="presParOf" srcId="{04E13651-C7AD-3F45-8C4D-6BF18CCF988C}" destId="{9E7EB147-587D-AD45-979F-29204418BE59}" srcOrd="3" destOrd="0" presId="urn:microsoft.com/office/officeart/2005/8/layout/vList2"/>
    <dgm:cxn modelId="{6EB19686-06BD-BB42-9E34-54D6837638A4}" type="presParOf" srcId="{04E13651-C7AD-3F45-8C4D-6BF18CCF988C}" destId="{2EDA3C16-CAEC-714C-93E7-F96B4C2E67D7}" srcOrd="4" destOrd="0" presId="urn:microsoft.com/office/officeart/2005/8/layout/vList2"/>
    <dgm:cxn modelId="{3B821382-6F1C-0245-B15F-77C772F0E468}" type="presParOf" srcId="{04E13651-C7AD-3F45-8C4D-6BF18CCF988C}" destId="{E223F0FB-3066-C246-8AB9-8C16848AE159}" srcOrd="5" destOrd="0" presId="urn:microsoft.com/office/officeart/2005/8/layout/vList2"/>
    <dgm:cxn modelId="{AC4F1AF4-CA23-484B-BDB0-D85A5F1789B0}" type="presParOf" srcId="{04E13651-C7AD-3F45-8C4D-6BF18CCF988C}" destId="{58CAD8A0-D0B0-7047-B58D-1DD7FB73381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545BF-688E-2647-A6FA-07331DA612F9}">
      <dsp:nvSpPr>
        <dsp:cNvPr id="0" name=""/>
        <dsp:cNvSpPr/>
      </dsp:nvSpPr>
      <dsp:spPr>
        <a:xfrm>
          <a:off x="0" y="499279"/>
          <a:ext cx="6316266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Announcements</a:t>
          </a:r>
        </a:p>
      </dsp:txBody>
      <dsp:txXfrm>
        <a:off x="45663" y="544942"/>
        <a:ext cx="6224940" cy="844089"/>
      </dsp:txXfrm>
    </dsp:sp>
    <dsp:sp modelId="{8943B28D-FEC3-284C-A488-56843BB93F4E}">
      <dsp:nvSpPr>
        <dsp:cNvPr id="0" name=""/>
        <dsp:cNvSpPr/>
      </dsp:nvSpPr>
      <dsp:spPr>
        <a:xfrm>
          <a:off x="0" y="1547014"/>
          <a:ext cx="6316266" cy="935415"/>
        </a:xfrm>
        <a:prstGeom prst="roundRect">
          <a:avLst/>
        </a:prstGeom>
        <a:solidFill>
          <a:schemeClr val="accent2">
            <a:hueOff val="-675307"/>
            <a:satOff val="-5166"/>
            <a:lumOff val="-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Discussion Group Activity</a:t>
          </a:r>
        </a:p>
      </dsp:txBody>
      <dsp:txXfrm>
        <a:off x="45663" y="1592677"/>
        <a:ext cx="6224940" cy="844089"/>
      </dsp:txXfrm>
    </dsp:sp>
    <dsp:sp modelId="{2EDA3C16-CAEC-714C-93E7-F96B4C2E67D7}">
      <dsp:nvSpPr>
        <dsp:cNvPr id="0" name=""/>
        <dsp:cNvSpPr/>
      </dsp:nvSpPr>
      <dsp:spPr>
        <a:xfrm>
          <a:off x="0" y="2594750"/>
          <a:ext cx="6316266" cy="935415"/>
        </a:xfrm>
        <a:prstGeom prst="roundRect">
          <a:avLst/>
        </a:prstGeom>
        <a:solidFill>
          <a:schemeClr val="accent2">
            <a:hueOff val="-1350615"/>
            <a:satOff val="-10333"/>
            <a:lumOff val="-1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Student Presentation</a:t>
          </a:r>
        </a:p>
      </dsp:txBody>
      <dsp:txXfrm>
        <a:off x="45663" y="2640413"/>
        <a:ext cx="6224940" cy="844089"/>
      </dsp:txXfrm>
    </dsp:sp>
    <dsp:sp modelId="{58CAD8A0-D0B0-7047-B58D-1DD7FB733814}">
      <dsp:nvSpPr>
        <dsp:cNvPr id="0" name=""/>
        <dsp:cNvSpPr/>
      </dsp:nvSpPr>
      <dsp:spPr>
        <a:xfrm>
          <a:off x="0" y="3642484"/>
          <a:ext cx="6316266" cy="935415"/>
        </a:xfrm>
        <a:prstGeom prst="roundRect">
          <a:avLst/>
        </a:prstGeom>
        <a:solidFill>
          <a:schemeClr val="accent2">
            <a:hueOff val="-2025922"/>
            <a:satOff val="-15499"/>
            <a:lumOff val="-1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General Discussion</a:t>
          </a:r>
        </a:p>
      </dsp:txBody>
      <dsp:txXfrm>
        <a:off x="45663" y="3688147"/>
        <a:ext cx="6224940" cy="84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48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83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82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40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14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39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2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53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2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813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14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84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EBB6B-7B79-EB14-1EFC-03E61D46C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6404372" cy="2866405"/>
          </a:xfrm>
        </p:spPr>
        <p:txBody>
          <a:bodyPr>
            <a:normAutofit/>
          </a:bodyPr>
          <a:lstStyle/>
          <a:p>
            <a:r>
              <a:rPr lang="en-US"/>
              <a:t>Sex in Public, Part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34445-BC39-336F-9315-1DA967CAD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6404372" cy="1475177"/>
          </a:xfrm>
        </p:spPr>
        <p:txBody>
          <a:bodyPr>
            <a:normAutofit/>
          </a:bodyPr>
          <a:lstStyle/>
          <a:p>
            <a:r>
              <a:rPr lang="en-US" dirty="0"/>
              <a:t>Lauren Berlant &amp; Michael Warner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erson on the cover of a magazine&#10;&#10;Description automatically generated">
            <a:extLst>
              <a:ext uri="{FF2B5EF4-FFF2-40B4-BE49-F238E27FC236}">
                <a16:creationId xmlns:a16="http://schemas.microsoft.com/office/drawing/2014/main" id="{B09E8B1D-1D3E-880D-E6B1-93A269B245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4" r="5980"/>
          <a:stretch/>
        </p:blipFill>
        <p:spPr>
          <a:xfrm>
            <a:off x="7534655" y="1"/>
            <a:ext cx="4657345" cy="685799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2762834-10C2-834C-9E00-C6429F8B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42" name="Freeform 90">
              <a:extLst>
                <a:ext uri="{FF2B5EF4-FFF2-40B4-BE49-F238E27FC236}">
                  <a16:creationId xmlns:a16="http://schemas.microsoft.com/office/drawing/2014/main" id="{4F0FC444-FEE8-E04A-A556-988CF8B38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91">
              <a:extLst>
                <a:ext uri="{FF2B5EF4-FFF2-40B4-BE49-F238E27FC236}">
                  <a16:creationId xmlns:a16="http://schemas.microsoft.com/office/drawing/2014/main" id="{B60733E7-CB4A-9B46-AA3E-DD178F2FD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92">
              <a:extLst>
                <a:ext uri="{FF2B5EF4-FFF2-40B4-BE49-F238E27FC236}">
                  <a16:creationId xmlns:a16="http://schemas.microsoft.com/office/drawing/2014/main" id="{E4C0F0D8-6144-C64D-B15D-E9052E207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93">
              <a:extLst>
                <a:ext uri="{FF2B5EF4-FFF2-40B4-BE49-F238E27FC236}">
                  <a16:creationId xmlns:a16="http://schemas.microsoft.com/office/drawing/2014/main" id="{87A2E300-17BE-834F-98FB-C2DE6DB07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94">
              <a:extLst>
                <a:ext uri="{FF2B5EF4-FFF2-40B4-BE49-F238E27FC236}">
                  <a16:creationId xmlns:a16="http://schemas.microsoft.com/office/drawing/2014/main" id="{016699A5-7DBD-EE44-9D39-79DEA1795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95">
              <a:extLst>
                <a:ext uri="{FF2B5EF4-FFF2-40B4-BE49-F238E27FC236}">
                  <a16:creationId xmlns:a16="http://schemas.microsoft.com/office/drawing/2014/main" id="{8237A2BB-89E1-CA4C-BC3B-5434DA603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96">
              <a:extLst>
                <a:ext uri="{FF2B5EF4-FFF2-40B4-BE49-F238E27FC236}">
                  <a16:creationId xmlns:a16="http://schemas.microsoft.com/office/drawing/2014/main" id="{215579DB-BA35-5148-8F5F-E88C4DA4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087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95E3C-63CA-C4B3-0A85-FF300F8F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Agenda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9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7D80C62-229E-60DC-B915-98FA61453F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919836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391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0FD5-FC6D-7B64-0335-2CFCF8FEB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8786668" cy="1268984"/>
          </a:xfrm>
        </p:spPr>
        <p:txBody>
          <a:bodyPr>
            <a:normAutofit/>
          </a:bodyPr>
          <a:lstStyle/>
          <a:p>
            <a:r>
              <a:rPr lang="en-US" dirty="0"/>
              <a:t>All together now: A Group 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9EE3D-1642-52CA-AD1A-8F51AA47D597}"/>
              </a:ext>
            </a:extLst>
          </p:cNvPr>
          <p:cNvSpPr txBox="1"/>
          <p:nvPr/>
        </p:nvSpPr>
        <p:spPr>
          <a:xfrm>
            <a:off x="499307" y="2268074"/>
            <a:ext cx="10834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way into today’s discussion, let’s talk about what continuities we can identify between the Delany reading and Berlant &amp; Warner’s discussion of how capitalism and fantasies of a good life animate a national heterosexual culture?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6FE2B-A4DF-3D74-FDD5-1537B1EBFFA3}"/>
              </a:ext>
            </a:extLst>
          </p:cNvPr>
          <p:cNvSpPr txBox="1"/>
          <p:nvPr/>
        </p:nvSpPr>
        <p:spPr>
          <a:xfrm>
            <a:off x="499307" y="3530443"/>
            <a:ext cx="10307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Berlant &amp; Warner take up the question of public v. private? And how does it compare to other readings from this week?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1A661-00B5-7709-4153-9D013ADF284C}"/>
              </a:ext>
            </a:extLst>
          </p:cNvPr>
          <p:cNvSpPr txBox="1"/>
          <p:nvPr/>
        </p:nvSpPr>
        <p:spPr>
          <a:xfrm>
            <a:off x="499307" y="4765964"/>
            <a:ext cx="1119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might we think about public heterosexuality? How is it different from heteronormativity (Foucault)? </a:t>
            </a:r>
          </a:p>
        </p:txBody>
      </p:sp>
    </p:spTree>
    <p:extLst>
      <p:ext uri="{BB962C8B-B14F-4D97-AF65-F5344CB8AC3E}">
        <p14:creationId xmlns:p14="http://schemas.microsoft.com/office/powerpoint/2010/main" val="122328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7DC8D6-804B-E07B-8C43-43644BB3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751" y="768334"/>
            <a:ext cx="6479629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Report Back</a:t>
            </a:r>
          </a:p>
        </p:txBody>
      </p:sp>
      <p:pic>
        <p:nvPicPr>
          <p:cNvPr id="4" name="Picture 3" descr="A couple of men on a cover of time magazine&#10;&#10;Description automatically generated">
            <a:extLst>
              <a:ext uri="{FF2B5EF4-FFF2-40B4-BE49-F238E27FC236}">
                <a16:creationId xmlns:a16="http://schemas.microsoft.com/office/drawing/2014/main" id="{0270334E-9602-2521-FC8C-F095C9BA8F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14" r="10947"/>
          <a:stretch/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EF76A95-B56D-4DD7-1A4D-8789A0957282}"/>
              </a:ext>
            </a:extLst>
          </p:cNvPr>
          <p:cNvSpPr txBox="1"/>
          <p:nvPr/>
        </p:nvSpPr>
        <p:spPr>
          <a:xfrm>
            <a:off x="4405510" y="5354121"/>
            <a:ext cx="7001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Bonus*: What might Berlant &amp; Warner say about this 2019 </a:t>
            </a:r>
            <a:r>
              <a:rPr lang="en-US" i="1" dirty="0"/>
              <a:t>Time </a:t>
            </a:r>
            <a:r>
              <a:rPr lang="en-US" dirty="0"/>
              <a:t>cover? Is this an example of queer worldmaking?</a:t>
            </a:r>
          </a:p>
        </p:txBody>
      </p:sp>
    </p:spTree>
    <p:extLst>
      <p:ext uri="{BB962C8B-B14F-4D97-AF65-F5344CB8AC3E}">
        <p14:creationId xmlns:p14="http://schemas.microsoft.com/office/powerpoint/2010/main" val="212579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736488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9491</TotalTime>
  <Words>134</Words>
  <Application>Microsoft Macintosh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PunchcardVTI</vt:lpstr>
      <vt:lpstr>Sex in Public, Part II</vt:lpstr>
      <vt:lpstr>Agenda</vt:lpstr>
      <vt:lpstr>All together now: A Group Activity</vt:lpstr>
      <vt:lpstr>Report 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Sex in Public, Part II</dc:title>
  <dc:creator>Snorton, C. Riley</dc:creator>
  <cp:lastModifiedBy>Snorton, C. Riley</cp:lastModifiedBy>
  <cp:revision>1</cp:revision>
  <dcterms:created xsi:type="dcterms:W3CDTF">2024-02-01T14:15:23Z</dcterms:created>
  <dcterms:modified xsi:type="dcterms:W3CDTF">2024-02-08T04:27:15Z</dcterms:modified>
</cp:coreProperties>
</file>