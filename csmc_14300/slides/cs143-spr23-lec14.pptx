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350" r:id="rId3"/>
    <p:sldId id="338" r:id="rId4"/>
    <p:sldId id="348" r:id="rId5"/>
    <p:sldId id="353" r:id="rId6"/>
    <p:sldId id="354" r:id="rId7"/>
    <p:sldId id="355" r:id="rId8"/>
    <p:sldId id="366" r:id="rId9"/>
    <p:sldId id="356" r:id="rId10"/>
    <p:sldId id="364" r:id="rId11"/>
    <p:sldId id="365" r:id="rId12"/>
    <p:sldId id="367" r:id="rId13"/>
    <p:sldId id="368" r:id="rId14"/>
    <p:sldId id="369" r:id="rId15"/>
    <p:sldId id="370" r:id="rId16"/>
    <p:sldId id="371" r:id="rId17"/>
    <p:sldId id="342" r:id="rId18"/>
    <p:sldId id="383" r:id="rId19"/>
    <p:sldId id="351" r:id="rId20"/>
    <p:sldId id="372" r:id="rId21"/>
    <p:sldId id="349" r:id="rId22"/>
    <p:sldId id="373" r:id="rId23"/>
    <p:sldId id="375" r:id="rId24"/>
    <p:sldId id="377" r:id="rId25"/>
    <p:sldId id="376" r:id="rId26"/>
    <p:sldId id="378" r:id="rId27"/>
    <p:sldId id="379" r:id="rId28"/>
    <p:sldId id="339" r:id="rId29"/>
    <p:sldId id="382" r:id="rId30"/>
    <p:sldId id="381" r:id="rId31"/>
    <p:sldId id="384" r:id="rId32"/>
    <p:sldId id="385" r:id="rId33"/>
    <p:sldId id="374" r:id="rId34"/>
    <p:sldId id="38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F719BE1-A97F-4244-B387-5D2E1B85D9D7}">
          <p14:sldIdLst>
            <p14:sldId id="256"/>
            <p14:sldId id="350"/>
            <p14:sldId id="338"/>
            <p14:sldId id="348"/>
            <p14:sldId id="353"/>
          </p14:sldIdLst>
        </p14:section>
        <p14:section name="Copying Squares (iteration)" id="{08AB4392-6CE8-004A-B712-E873A7B0122F}">
          <p14:sldIdLst>
            <p14:sldId id="354"/>
            <p14:sldId id="355"/>
            <p14:sldId id="366"/>
            <p14:sldId id="356"/>
            <p14:sldId id="364"/>
            <p14:sldId id="365"/>
            <p14:sldId id="367"/>
            <p14:sldId id="368"/>
            <p14:sldId id="369"/>
            <p14:sldId id="370"/>
            <p14:sldId id="371"/>
            <p14:sldId id="342"/>
            <p14:sldId id="383"/>
          </p14:sldIdLst>
        </p14:section>
        <p14:section name="Removing First Elements" id="{685DB2B5-327C-4540-B1C6-0A0FDF149A77}">
          <p14:sldIdLst>
            <p14:sldId id="351"/>
            <p14:sldId id="372"/>
            <p14:sldId id="349"/>
            <p14:sldId id="373"/>
          </p14:sldIdLst>
        </p14:section>
        <p14:section name="Removing Last Elements" id="{D971A969-FD17-BA4B-B586-E1E975D2A6DF}">
          <p14:sldIdLst>
            <p14:sldId id="375"/>
            <p14:sldId id="377"/>
            <p14:sldId id="376"/>
          </p14:sldIdLst>
        </p14:section>
        <p14:section name="Doubly Linked List" id="{87F0B684-C6D0-1A41-881A-30A599127C56}">
          <p14:sldIdLst>
            <p14:sldId id="378"/>
            <p14:sldId id="379"/>
            <p14:sldId id="339"/>
            <p14:sldId id="382"/>
            <p14:sldId id="381"/>
            <p14:sldId id="384"/>
            <p14:sldId id="385"/>
            <p14:sldId id="374"/>
            <p14:sldId id="3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5D1CF"/>
    <a:srgbClr val="B5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03"/>
    <p:restoredTop sz="80991"/>
  </p:normalViewPr>
  <p:slideViewPr>
    <p:cSldViewPr snapToGrid="0">
      <p:cViewPr varScale="1">
        <p:scale>
          <a:sx n="151" d="100"/>
          <a:sy n="151" d="100"/>
        </p:scale>
        <p:origin x="4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4/21/23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51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690"/>
            <a:ext cx="10515600" cy="483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9191-DA8B-834D-8515-0165619110D1}" type="datetimeFigureOut">
              <a:rPr lang="en-US" smtClean="0"/>
              <a:t>4/21/23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linked list operation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14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th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B8D2-AA6B-1218-B556-D6E03D2B2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Linked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FF67B-488E-309D-F59B-F57E1F121824}"/>
              </a:ext>
            </a:extLst>
          </p:cNvPr>
          <p:cNvSpPr txBox="1"/>
          <p:nvPr/>
        </p:nvSpPr>
        <p:spPr>
          <a:xfrm>
            <a:off x="1309687" y="1871849"/>
            <a:ext cx="7380547" cy="19697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sz="1400" i="1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Forward declaration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of data type gets around circular dependency</a:t>
            </a:r>
            <a:endParaRPr lang="en-US" sz="14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endParaRPr lang="en-US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next;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0694B441-A533-5AD4-1555-4B9CC325F8B2}"/>
              </a:ext>
            </a:extLst>
          </p:cNvPr>
          <p:cNvSpPr/>
          <p:nvPr/>
        </p:nvSpPr>
        <p:spPr>
          <a:xfrm>
            <a:off x="4386262" y="2590447"/>
            <a:ext cx="2857500" cy="609950"/>
          </a:xfrm>
          <a:prstGeom prst="wedgeRoundRectCallout">
            <a:avLst>
              <a:gd name="adj1" fmla="val -89685"/>
              <a:gd name="adj2" fmla="val 32049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holds one element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D9F02991-5D6C-377B-E648-2AE53EE6836B}"/>
              </a:ext>
            </a:extLst>
          </p:cNvPr>
          <p:cNvSpPr/>
          <p:nvPr/>
        </p:nvSpPr>
        <p:spPr>
          <a:xfrm>
            <a:off x="4386261" y="3492273"/>
            <a:ext cx="4057651" cy="769207"/>
          </a:xfrm>
          <a:prstGeom prst="wedgeRoundRectCallout">
            <a:avLst>
              <a:gd name="adj1" fmla="val -64572"/>
              <a:gd name="adj2" fmla="val -39760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holds pointer to next element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is NULL for the last element</a:t>
            </a: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EF343CD8-C45D-50F0-1EF2-D59F8A6DFADB}"/>
              </a:ext>
            </a:extLst>
          </p:cNvPr>
          <p:cNvSpPr/>
          <p:nvPr/>
        </p:nvSpPr>
        <p:spPr>
          <a:xfrm>
            <a:off x="6661409" y="1408812"/>
            <a:ext cx="4057650" cy="690465"/>
          </a:xfrm>
          <a:prstGeom prst="wedgeRoundRectCallout">
            <a:avLst>
              <a:gd name="adj1" fmla="val -74544"/>
              <a:gd name="adj2" fmla="val 40326"/>
              <a:gd name="adj3" fmla="val 1666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Would need to declare separate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 for other types of lists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66050D-076D-E33F-1446-806D145BE8C2}"/>
              </a:ext>
            </a:extLst>
          </p:cNvPr>
          <p:cNvSpPr txBox="1"/>
          <p:nvPr/>
        </p:nvSpPr>
        <p:spPr>
          <a:xfrm>
            <a:off x="2667265" y="5425084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val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6EB7AD-40A5-CDF2-0C76-926C5180FBCE}"/>
              </a:ext>
            </a:extLst>
          </p:cNvPr>
          <p:cNvSpPr txBox="1"/>
          <p:nvPr/>
        </p:nvSpPr>
        <p:spPr>
          <a:xfrm>
            <a:off x="3382511" y="5434775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505F19E1-3DCF-CF7A-0D0B-75862B5EB349}"/>
              </a:ext>
            </a:extLst>
          </p:cNvPr>
          <p:cNvSpPr/>
          <p:nvPr/>
        </p:nvSpPr>
        <p:spPr>
          <a:xfrm rot="16200000">
            <a:off x="2963435" y="4947227"/>
            <a:ext cx="214768" cy="74094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05F2ACB-64E0-E993-5ED5-B0B3F4FFD515}"/>
              </a:ext>
            </a:extLst>
          </p:cNvPr>
          <p:cNvSpPr/>
          <p:nvPr/>
        </p:nvSpPr>
        <p:spPr>
          <a:xfrm rot="16200000">
            <a:off x="3614091" y="5054109"/>
            <a:ext cx="232877" cy="509072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6B5869-1BD2-D706-8028-D62E3548E149}"/>
              </a:ext>
            </a:extLst>
          </p:cNvPr>
          <p:cNvSpPr txBox="1"/>
          <p:nvPr/>
        </p:nvSpPr>
        <p:spPr>
          <a:xfrm>
            <a:off x="2902360" y="5858489"/>
            <a:ext cx="3413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Logical View of Linked List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C68858-4C8E-29DC-83AA-895C938EDEBE}"/>
              </a:ext>
            </a:extLst>
          </p:cNvPr>
          <p:cNvSpPr/>
          <p:nvPr/>
        </p:nvSpPr>
        <p:spPr>
          <a:xfrm>
            <a:off x="3394154" y="4557693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35099-2082-0856-CF43-B8307138C76D}"/>
              </a:ext>
            </a:extLst>
          </p:cNvPr>
          <p:cNvSpPr/>
          <p:nvPr/>
        </p:nvSpPr>
        <p:spPr>
          <a:xfrm>
            <a:off x="2736870" y="4557693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AA0A004-84DE-92A1-E36D-9FF90104C95E}"/>
              </a:ext>
            </a:extLst>
          </p:cNvPr>
          <p:cNvSpPr/>
          <p:nvPr/>
        </p:nvSpPr>
        <p:spPr>
          <a:xfrm>
            <a:off x="3642186" y="4758613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F0D393-38DF-1E18-376E-B2E959168591}"/>
              </a:ext>
            </a:extLst>
          </p:cNvPr>
          <p:cNvCxnSpPr>
            <a:cxnSpLocks/>
            <a:stCxn id="15" idx="6"/>
            <a:endCxn id="19" idx="1"/>
          </p:cNvCxnSpPr>
          <p:nvPr/>
        </p:nvCxnSpPr>
        <p:spPr>
          <a:xfrm>
            <a:off x="3825066" y="4850053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2B0D1D2-C1B7-E392-CA77-1EFE783F127B}"/>
              </a:ext>
            </a:extLst>
          </p:cNvPr>
          <p:cNvCxnSpPr>
            <a:cxnSpLocks/>
            <a:stCxn id="24" idx="3"/>
            <a:endCxn id="14" idx="1"/>
          </p:cNvCxnSpPr>
          <p:nvPr/>
        </p:nvCxnSpPr>
        <p:spPr>
          <a:xfrm>
            <a:off x="1630048" y="4850053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6F44FC5-23C6-CD16-6B01-6C34E7690905}"/>
              </a:ext>
            </a:extLst>
          </p:cNvPr>
          <p:cNvSpPr/>
          <p:nvPr/>
        </p:nvSpPr>
        <p:spPr>
          <a:xfrm>
            <a:off x="5598007" y="4557693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A0DB5-CC11-92DF-A224-A337A23074B1}"/>
              </a:ext>
            </a:extLst>
          </p:cNvPr>
          <p:cNvSpPr/>
          <p:nvPr/>
        </p:nvSpPr>
        <p:spPr>
          <a:xfrm>
            <a:off x="4940723" y="4557693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E2E6665-D191-854A-F897-43784A4C586C}"/>
              </a:ext>
            </a:extLst>
          </p:cNvPr>
          <p:cNvSpPr/>
          <p:nvPr/>
        </p:nvSpPr>
        <p:spPr>
          <a:xfrm>
            <a:off x="5846039" y="4758614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5BCA238-52FC-E33F-F144-BD6F930A879A}"/>
              </a:ext>
            </a:extLst>
          </p:cNvPr>
          <p:cNvCxnSpPr>
            <a:cxnSpLocks/>
            <a:stCxn id="20" idx="6"/>
            <a:endCxn id="23" idx="1"/>
          </p:cNvCxnSpPr>
          <p:nvPr/>
        </p:nvCxnSpPr>
        <p:spPr>
          <a:xfrm>
            <a:off x="6028919" y="4850054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B9F2A1C-9BC0-C450-DA8C-08196CF3F418}"/>
              </a:ext>
            </a:extLst>
          </p:cNvPr>
          <p:cNvSpPr/>
          <p:nvPr/>
        </p:nvSpPr>
        <p:spPr>
          <a:xfrm>
            <a:off x="7728708" y="4557693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F6C480-A2FE-841C-FC80-6B197DD753BF}"/>
              </a:ext>
            </a:extLst>
          </p:cNvPr>
          <p:cNvSpPr/>
          <p:nvPr/>
        </p:nvSpPr>
        <p:spPr>
          <a:xfrm>
            <a:off x="7071424" y="4557693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0553A1-5BC7-F95B-ABDC-DD5ED20EC863}"/>
              </a:ext>
            </a:extLst>
          </p:cNvPr>
          <p:cNvSpPr txBox="1"/>
          <p:nvPr/>
        </p:nvSpPr>
        <p:spPr>
          <a:xfrm>
            <a:off x="1056157" y="4649998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3740089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8E7CD-1E98-E2A3-F072-25006F7A1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Linked List vs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25E7D-D255-53EE-5BDD-A91A452B9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Array: Contiguous, sequential memory layout</a:t>
            </a:r>
          </a:p>
          <a:p>
            <a:pPr lvl="1"/>
            <a:r>
              <a:rPr lang="en-US" dirty="0"/>
              <a:t>Fast access to any element</a:t>
            </a:r>
          </a:p>
          <a:p>
            <a:pPr lvl="1"/>
            <a:r>
              <a:rPr lang="en-US" dirty="0"/>
              <a:t>Cannot grow</a:t>
            </a:r>
          </a:p>
          <a:p>
            <a:endParaRPr lang="en-US" dirty="0"/>
          </a:p>
          <a:p>
            <a:r>
              <a:rPr lang="en-US" dirty="0"/>
              <a:t>Linked list: </a:t>
            </a:r>
          </a:p>
          <a:p>
            <a:pPr lvl="1"/>
            <a:r>
              <a:rPr lang="en-US" dirty="0"/>
              <a:t>Slower access to elements</a:t>
            </a:r>
          </a:p>
          <a:p>
            <a:pPr lvl="1"/>
            <a:r>
              <a:rPr lang="en-US" dirty="0"/>
              <a:t>Can grow dynamically</a:t>
            </a:r>
          </a:p>
          <a:p>
            <a:pPr lvl="1"/>
            <a:r>
              <a:rPr lang="en-US" dirty="0"/>
              <a:t>More operations next time</a:t>
            </a:r>
          </a:p>
        </p:txBody>
      </p:sp>
    </p:spTree>
    <p:extLst>
      <p:ext uri="{BB962C8B-B14F-4D97-AF65-F5344CB8AC3E}">
        <p14:creationId xmlns:p14="http://schemas.microsoft.com/office/powerpoint/2010/main" val="1628861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E190E-B47D-46BB-196B-98E9CDBD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Walking Through: Creating a Linked List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6570E8-5310-13A1-35AD-95A64F91E5D1}"/>
              </a:ext>
            </a:extLst>
          </p:cNvPr>
          <p:cNvSpPr txBox="1"/>
          <p:nvPr/>
        </p:nvSpPr>
        <p:spPr>
          <a:xfrm>
            <a:off x="561997" y="1427928"/>
            <a:ext cx="6479659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creating a new struct and make it the first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cons(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first,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rest)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res =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(res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"cons: allocation failed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first;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res-&gt;next = rest;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7FEDA8-5B31-9060-C403-3672C58C962A}"/>
              </a:ext>
            </a:extLst>
          </p:cNvPr>
          <p:cNvSpPr txBox="1"/>
          <p:nvPr/>
        </p:nvSpPr>
        <p:spPr>
          <a:xfrm>
            <a:off x="1466849" y="4369031"/>
            <a:ext cx="659988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 = cons(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)));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C505C7B-5DA7-0ADD-03C9-20450338F931}"/>
              </a:ext>
            </a:extLst>
          </p:cNvPr>
          <p:cNvSpPr/>
          <p:nvPr/>
        </p:nvSpPr>
        <p:spPr>
          <a:xfrm>
            <a:off x="3669800" y="506155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4285B9-AEBD-B35A-09CA-516F4AE7E527}"/>
              </a:ext>
            </a:extLst>
          </p:cNvPr>
          <p:cNvSpPr/>
          <p:nvPr/>
        </p:nvSpPr>
        <p:spPr>
          <a:xfrm>
            <a:off x="3012516" y="506155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4B4E61D-004E-7A53-A594-E8D58D92E479}"/>
              </a:ext>
            </a:extLst>
          </p:cNvPr>
          <p:cNvSpPr/>
          <p:nvPr/>
        </p:nvSpPr>
        <p:spPr>
          <a:xfrm>
            <a:off x="3917832" y="526247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7C1F55C-A69E-687E-F7AC-A35749B7D572}"/>
              </a:ext>
            </a:extLst>
          </p:cNvPr>
          <p:cNvCxnSpPr>
            <a:cxnSpLocks/>
            <a:stCxn id="36" idx="6"/>
            <a:endCxn id="40" idx="1"/>
          </p:cNvCxnSpPr>
          <p:nvPr/>
        </p:nvCxnSpPr>
        <p:spPr>
          <a:xfrm>
            <a:off x="4100712" y="5353915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CFA1770-0034-1C0D-8553-12315A06B75F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1905694" y="5353915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E01F1B2-3BF1-5EB7-8C94-AB666023F1F5}"/>
              </a:ext>
            </a:extLst>
          </p:cNvPr>
          <p:cNvSpPr/>
          <p:nvPr/>
        </p:nvSpPr>
        <p:spPr>
          <a:xfrm>
            <a:off x="5873653" y="506155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FCFFB4C-42FA-3DFA-0335-653B90AD6219}"/>
              </a:ext>
            </a:extLst>
          </p:cNvPr>
          <p:cNvSpPr/>
          <p:nvPr/>
        </p:nvSpPr>
        <p:spPr>
          <a:xfrm>
            <a:off x="5216369" y="506155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7CCFB6F-D91E-AC0B-0663-3F7498E0B710}"/>
              </a:ext>
            </a:extLst>
          </p:cNvPr>
          <p:cNvSpPr/>
          <p:nvPr/>
        </p:nvSpPr>
        <p:spPr>
          <a:xfrm>
            <a:off x="6121685" y="526247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2D6190A-84DF-500A-9C9C-78437921F33C}"/>
              </a:ext>
            </a:extLst>
          </p:cNvPr>
          <p:cNvCxnSpPr>
            <a:cxnSpLocks/>
            <a:stCxn id="41" idx="6"/>
            <a:endCxn id="44" idx="1"/>
          </p:cNvCxnSpPr>
          <p:nvPr/>
        </p:nvCxnSpPr>
        <p:spPr>
          <a:xfrm>
            <a:off x="6304565" y="5353916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81C3D9DA-7197-DD2C-25EC-D9C3DF111099}"/>
              </a:ext>
            </a:extLst>
          </p:cNvPr>
          <p:cNvSpPr/>
          <p:nvPr/>
        </p:nvSpPr>
        <p:spPr>
          <a:xfrm>
            <a:off x="8004354" y="5061555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FE55CD-317E-FCA9-C1CD-ADEB0F2581E8}"/>
              </a:ext>
            </a:extLst>
          </p:cNvPr>
          <p:cNvSpPr/>
          <p:nvPr/>
        </p:nvSpPr>
        <p:spPr>
          <a:xfrm>
            <a:off x="7347070" y="506155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42CF226-537C-36C8-42F0-A2FE1D79E6F1}"/>
              </a:ext>
            </a:extLst>
          </p:cNvPr>
          <p:cNvGrpSpPr/>
          <p:nvPr/>
        </p:nvGrpSpPr>
        <p:grpSpPr>
          <a:xfrm>
            <a:off x="7853360" y="1995768"/>
            <a:ext cx="2825158" cy="1305450"/>
            <a:chOff x="7853360" y="1995768"/>
            <a:chExt cx="2825158" cy="130545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89394FF-764B-18CF-7243-AF08FA616073}"/>
                </a:ext>
              </a:extLst>
            </p:cNvPr>
            <p:cNvSpPr/>
            <p:nvPr/>
          </p:nvSpPr>
          <p:spPr>
            <a:xfrm>
              <a:off x="9911167" y="1995768"/>
              <a:ext cx="657284" cy="6986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FF5D954-9B81-8D6D-727C-019893943FD7}"/>
                </a:ext>
              </a:extLst>
            </p:cNvPr>
            <p:cNvSpPr/>
            <p:nvPr/>
          </p:nvSpPr>
          <p:spPr>
            <a:xfrm>
              <a:off x="8949640" y="1995768"/>
              <a:ext cx="961527" cy="69864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D1AD575-046D-4F6E-4A59-A2A58A5E7589}"/>
                </a:ext>
              </a:extLst>
            </p:cNvPr>
            <p:cNvSpPr txBox="1"/>
            <p:nvPr/>
          </p:nvSpPr>
          <p:spPr>
            <a:xfrm>
              <a:off x="9107237" y="2901108"/>
              <a:ext cx="6463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val</a:t>
              </a:r>
              <a:endPara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9C57811-05FA-7B07-4499-37E4C0E81284}"/>
                </a:ext>
              </a:extLst>
            </p:cNvPr>
            <p:cNvSpPr txBox="1"/>
            <p:nvPr/>
          </p:nvSpPr>
          <p:spPr>
            <a:xfrm>
              <a:off x="9878299" y="2901108"/>
              <a:ext cx="8002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next</a:t>
              </a:r>
            </a:p>
          </p:txBody>
        </p:sp>
        <p:sp>
          <p:nvSpPr>
            <p:cNvPr id="52" name="Left Brace 51">
              <a:extLst>
                <a:ext uri="{FF2B5EF4-FFF2-40B4-BE49-F238E27FC236}">
                  <a16:creationId xmlns:a16="http://schemas.microsoft.com/office/drawing/2014/main" id="{EAF9738A-0BFD-E7BA-74A6-79C5701EF301}"/>
                </a:ext>
              </a:extLst>
            </p:cNvPr>
            <p:cNvSpPr/>
            <p:nvPr/>
          </p:nvSpPr>
          <p:spPr>
            <a:xfrm rot="16200000">
              <a:off x="9306846" y="2329115"/>
              <a:ext cx="232876" cy="947289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Left Brace 52">
              <a:extLst>
                <a:ext uri="{FF2B5EF4-FFF2-40B4-BE49-F238E27FC236}">
                  <a16:creationId xmlns:a16="http://schemas.microsoft.com/office/drawing/2014/main" id="{F2600D9C-24B2-AFD1-3A33-A77E39E530F8}"/>
                </a:ext>
              </a:extLst>
            </p:cNvPr>
            <p:cNvSpPr/>
            <p:nvPr/>
          </p:nvSpPr>
          <p:spPr>
            <a:xfrm rot="16200000">
              <a:off x="10126011" y="2474244"/>
              <a:ext cx="232877" cy="652005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64F0C2B-0032-B7DB-FFAB-7290FF40FD18}"/>
                </a:ext>
              </a:extLst>
            </p:cNvPr>
            <p:cNvCxnSpPr>
              <a:cxnSpLocks/>
              <a:stCxn id="56" idx="3"/>
            </p:cNvCxnSpPr>
            <p:nvPr/>
          </p:nvCxnSpPr>
          <p:spPr>
            <a:xfrm>
              <a:off x="8499691" y="2397790"/>
              <a:ext cx="441195" cy="4424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A111DBF-C56B-64EA-2687-73AD767B908B}"/>
                </a:ext>
              </a:extLst>
            </p:cNvPr>
            <p:cNvSpPr txBox="1"/>
            <p:nvPr/>
          </p:nvSpPr>
          <p:spPr>
            <a:xfrm>
              <a:off x="7853360" y="2197735"/>
              <a:ext cx="6463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res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3D262741-95EA-FC5B-9E8C-414C7BC56C61}"/>
              </a:ext>
            </a:extLst>
          </p:cNvPr>
          <p:cNvSpPr txBox="1"/>
          <p:nvPr/>
        </p:nvSpPr>
        <p:spPr>
          <a:xfrm>
            <a:off x="7979659" y="1295576"/>
            <a:ext cx="960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first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08D46B7-2723-103E-4C2B-AB10381B8888}"/>
              </a:ext>
            </a:extLst>
          </p:cNvPr>
          <p:cNvSpPr/>
          <p:nvPr/>
        </p:nvSpPr>
        <p:spPr>
          <a:xfrm>
            <a:off x="6765980" y="4422904"/>
            <a:ext cx="581090" cy="27928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AE4C610-6FAA-90FF-61E3-B060A596E573}"/>
              </a:ext>
            </a:extLst>
          </p:cNvPr>
          <p:cNvSpPr/>
          <p:nvPr/>
        </p:nvSpPr>
        <p:spPr>
          <a:xfrm>
            <a:off x="5545011" y="4422904"/>
            <a:ext cx="1958448" cy="27928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4C6E5B7-44F5-E3F1-5783-E328DAA8D076}"/>
              </a:ext>
            </a:extLst>
          </p:cNvPr>
          <p:cNvSpPr/>
          <p:nvPr/>
        </p:nvSpPr>
        <p:spPr>
          <a:xfrm>
            <a:off x="4430488" y="4414053"/>
            <a:ext cx="3245224" cy="27928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2948F92-212D-AD9C-71C6-2BBF4A592BF1}"/>
              </a:ext>
            </a:extLst>
          </p:cNvPr>
          <p:cNvSpPr/>
          <p:nvPr/>
        </p:nvSpPr>
        <p:spPr>
          <a:xfrm>
            <a:off x="3326076" y="4414053"/>
            <a:ext cx="4446324" cy="27928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B7C1FAC-22B1-5AEB-46E2-C15B2A1CDDD5}"/>
              </a:ext>
            </a:extLst>
          </p:cNvPr>
          <p:cNvGrpSpPr/>
          <p:nvPr/>
        </p:nvGrpSpPr>
        <p:grpSpPr>
          <a:xfrm>
            <a:off x="9565481" y="1154005"/>
            <a:ext cx="1113037" cy="548670"/>
            <a:chOff x="9565481" y="1154005"/>
            <a:chExt cx="1113037" cy="54867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F0693EB-B428-7587-6E62-CC40DE2B4F6E}"/>
                </a:ext>
              </a:extLst>
            </p:cNvPr>
            <p:cNvSpPr/>
            <p:nvPr/>
          </p:nvSpPr>
          <p:spPr>
            <a:xfrm>
              <a:off x="9882726" y="1519795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68674771-AED4-2A29-2F1C-8FFADCB90857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>
              <a:off x="10065606" y="1611235"/>
              <a:ext cx="612912" cy="0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4E12E4F-05B8-050B-1D11-B63D4ED109CE}"/>
                </a:ext>
              </a:extLst>
            </p:cNvPr>
            <p:cNvSpPr txBox="1"/>
            <p:nvPr/>
          </p:nvSpPr>
          <p:spPr>
            <a:xfrm>
              <a:off x="9565481" y="1154005"/>
              <a:ext cx="8002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rest</a:t>
              </a:r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A49C0AFA-AC0C-C168-C330-111950CC66CF}"/>
              </a:ext>
            </a:extLst>
          </p:cNvPr>
          <p:cNvSpPr/>
          <p:nvPr/>
        </p:nvSpPr>
        <p:spPr>
          <a:xfrm>
            <a:off x="838200" y="1954308"/>
            <a:ext cx="6064624" cy="27928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7CBDAEB-6B98-17E5-568D-0E7725BF8B39}"/>
              </a:ext>
            </a:extLst>
          </p:cNvPr>
          <p:cNvSpPr/>
          <p:nvPr/>
        </p:nvSpPr>
        <p:spPr>
          <a:xfrm>
            <a:off x="838200" y="3182957"/>
            <a:ext cx="2174316" cy="27928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A13CC0D-C19F-BE1A-E723-39018C5C8D97}"/>
              </a:ext>
            </a:extLst>
          </p:cNvPr>
          <p:cNvSpPr/>
          <p:nvPr/>
        </p:nvSpPr>
        <p:spPr>
          <a:xfrm>
            <a:off x="838200" y="3429000"/>
            <a:ext cx="2174316" cy="27928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897A492-FBF5-EC6B-2200-B282FC7DEC48}"/>
              </a:ext>
            </a:extLst>
          </p:cNvPr>
          <p:cNvSpPr txBox="1"/>
          <p:nvPr/>
        </p:nvSpPr>
        <p:spPr>
          <a:xfrm>
            <a:off x="1527308" y="4899932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EC99171-DFAA-736C-D6E0-319436253BA5}"/>
              </a:ext>
            </a:extLst>
          </p:cNvPr>
          <p:cNvSpPr/>
          <p:nvPr/>
        </p:nvSpPr>
        <p:spPr>
          <a:xfrm>
            <a:off x="1722814" y="526247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2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44444E-6 L 0.08021 0.1247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622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33333E-6 L 0.02864 0.11852 " pathEditMode="relative" rAng="0" ptsTypes="AA">
                                      <p:cBhvr>
                                        <p:cTn id="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" y="5926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9" grpId="0" animBg="1"/>
      <p:bldP spid="40" grpId="0" animBg="1"/>
      <p:bldP spid="41" grpId="0" animBg="1"/>
      <p:bldP spid="43" grpId="0" animBg="1"/>
      <p:bldP spid="43" grpId="1" animBg="1"/>
      <p:bldP spid="44" grpId="0" animBg="1"/>
      <p:bldP spid="57" grpId="0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59" grpId="0" animBg="1"/>
      <p:bldP spid="59" grpId="1" animBg="1"/>
      <p:bldP spid="61" grpId="0" animBg="1"/>
      <p:bldP spid="61" grpId="1" animBg="1"/>
      <p:bldP spid="62" grpId="0" animBg="1"/>
      <p:bldP spid="62" grpId="1" animBg="1"/>
      <p:bldP spid="68" grpId="0"/>
      <p:bldP spid="6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3C19980B-1FE3-D7E0-F1FC-B56879B85772}"/>
              </a:ext>
            </a:extLst>
          </p:cNvPr>
          <p:cNvGrpSpPr/>
          <p:nvPr/>
        </p:nvGrpSpPr>
        <p:grpSpPr>
          <a:xfrm>
            <a:off x="1715206" y="6136419"/>
            <a:ext cx="2611878" cy="584722"/>
            <a:chOff x="1715206" y="6136419"/>
            <a:chExt cx="2611878" cy="58472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5DA38B7-E51D-714A-BC3D-B77DBDEE1CBB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E171C3A-7C5B-D7E8-B0A2-0102E3F412FE}"/>
                </a:ext>
              </a:extLst>
            </p:cNvPr>
            <p:cNvSpPr/>
            <p:nvPr/>
          </p:nvSpPr>
          <p:spPr>
            <a:xfrm>
              <a:off x="3012516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64</a:t>
              </a:r>
              <a:endPara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6CDF731-C6C3-6AA9-E26F-037F4E3B8F00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>
              <a:off x="1905694" y="6428779"/>
              <a:ext cx="1106822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C0B2A42-8BAF-F35E-E954-C78399909A4F}"/>
                </a:ext>
              </a:extLst>
            </p:cNvPr>
            <p:cNvSpPr/>
            <p:nvPr/>
          </p:nvSpPr>
          <p:spPr>
            <a:xfrm>
              <a:off x="1715206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5E190E-B47D-46BB-196B-98E9CDBD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Walking Through: Copying Squares to a New List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6570E8-5310-13A1-35AD-95A64F91E5D1}"/>
              </a:ext>
            </a:extLst>
          </p:cNvPr>
          <p:cNvSpPr txBox="1"/>
          <p:nvPr/>
        </p:nvSpPr>
        <p:spPr>
          <a:xfrm>
            <a:off x="513031" y="1859475"/>
            <a:ext cx="5582969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copying squares (recursion)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squares_copy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in){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(in))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* rest =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squares_copy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(in-&gt;next);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cons((in-&gt;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)*(in-&gt;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rest);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0C0B834-8ADD-82F2-9C30-C3FC8E81E0AB}"/>
              </a:ext>
            </a:extLst>
          </p:cNvPr>
          <p:cNvGrpSpPr/>
          <p:nvPr/>
        </p:nvGrpSpPr>
        <p:grpSpPr>
          <a:xfrm>
            <a:off x="3917832" y="6136419"/>
            <a:ext cx="2613105" cy="584722"/>
            <a:chOff x="3917832" y="6136419"/>
            <a:chExt cx="2613105" cy="584722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8405FD0-DD00-B8FA-D5D8-8033408EFA01}"/>
                </a:ext>
              </a:extLst>
            </p:cNvPr>
            <p:cNvSpPr/>
            <p:nvPr/>
          </p:nvSpPr>
          <p:spPr>
            <a:xfrm>
              <a:off x="3917832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9E3EF2D-AE1C-61E1-B115-AE05DD9DF65C}"/>
                </a:ext>
              </a:extLst>
            </p:cNvPr>
            <p:cNvCxnSpPr>
              <a:cxnSpLocks/>
              <a:stCxn id="20" idx="6"/>
              <a:endCxn id="24" idx="1"/>
            </p:cNvCxnSpPr>
            <p:nvPr/>
          </p:nvCxnSpPr>
          <p:spPr>
            <a:xfrm>
              <a:off x="4100712" y="6428779"/>
              <a:ext cx="1115657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0B40574-60E5-FD99-FB95-5B81012366B7}"/>
                </a:ext>
              </a:extLst>
            </p:cNvPr>
            <p:cNvSpPr/>
            <p:nvPr/>
          </p:nvSpPr>
          <p:spPr>
            <a:xfrm>
              <a:off x="5873653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F4FBDF9-E593-C0E9-2938-CDE5300407FA}"/>
                </a:ext>
              </a:extLst>
            </p:cNvPr>
            <p:cNvSpPr/>
            <p:nvPr/>
          </p:nvSpPr>
          <p:spPr>
            <a:xfrm>
              <a:off x="5216369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81</a:t>
              </a:r>
              <a:endParaRPr lang="en-US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C1B672FC-84AE-C140-9AA0-E469F4E27AB6}"/>
              </a:ext>
            </a:extLst>
          </p:cNvPr>
          <p:cNvSpPr/>
          <p:nvPr/>
        </p:nvSpPr>
        <p:spPr>
          <a:xfrm>
            <a:off x="3236513" y="2102198"/>
            <a:ext cx="1425134" cy="27928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A6E2C9E-A7E1-D12D-EA88-F7119DB4D950}"/>
              </a:ext>
            </a:extLst>
          </p:cNvPr>
          <p:cNvSpPr/>
          <p:nvPr/>
        </p:nvSpPr>
        <p:spPr>
          <a:xfrm>
            <a:off x="3669800" y="506155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1CC82DA-66F1-F91C-335A-81FED17C428C}"/>
              </a:ext>
            </a:extLst>
          </p:cNvPr>
          <p:cNvSpPr/>
          <p:nvPr/>
        </p:nvSpPr>
        <p:spPr>
          <a:xfrm>
            <a:off x="3012516" y="506155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B05DD33-A079-42C4-82E4-4C5655A7BD68}"/>
              </a:ext>
            </a:extLst>
          </p:cNvPr>
          <p:cNvSpPr/>
          <p:nvPr/>
        </p:nvSpPr>
        <p:spPr>
          <a:xfrm>
            <a:off x="3917832" y="526247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D9D112D-C989-8B0E-390A-EE3CA99E167F}"/>
              </a:ext>
            </a:extLst>
          </p:cNvPr>
          <p:cNvCxnSpPr>
            <a:cxnSpLocks/>
            <a:stCxn id="45" idx="6"/>
            <a:endCxn id="49" idx="1"/>
          </p:cNvCxnSpPr>
          <p:nvPr/>
        </p:nvCxnSpPr>
        <p:spPr>
          <a:xfrm>
            <a:off x="4100712" y="5353915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578B8FE-1BF6-B445-3505-9BB96A493849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1905694" y="5353915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DD7AF5FA-0AC5-9C71-109E-5776A569F1F3}"/>
              </a:ext>
            </a:extLst>
          </p:cNvPr>
          <p:cNvSpPr/>
          <p:nvPr/>
        </p:nvSpPr>
        <p:spPr>
          <a:xfrm>
            <a:off x="5873653" y="506155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9700D1D-05FC-4771-9B9A-4E5870F333C8}"/>
              </a:ext>
            </a:extLst>
          </p:cNvPr>
          <p:cNvSpPr/>
          <p:nvPr/>
        </p:nvSpPr>
        <p:spPr>
          <a:xfrm>
            <a:off x="5216369" y="506155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C77367D-52E7-1434-FEDE-05A8ED9D2557}"/>
              </a:ext>
            </a:extLst>
          </p:cNvPr>
          <p:cNvSpPr/>
          <p:nvPr/>
        </p:nvSpPr>
        <p:spPr>
          <a:xfrm>
            <a:off x="6121685" y="526247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EEF66C8-7DDE-A492-E185-FB1573B8642F}"/>
              </a:ext>
            </a:extLst>
          </p:cNvPr>
          <p:cNvCxnSpPr>
            <a:cxnSpLocks/>
            <a:stCxn id="50" idx="6"/>
            <a:endCxn id="53" idx="1"/>
          </p:cNvCxnSpPr>
          <p:nvPr/>
        </p:nvCxnSpPr>
        <p:spPr>
          <a:xfrm>
            <a:off x="6304565" y="5353916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06A2A335-A3C1-9C35-CF25-AC06EBD72DB4}"/>
              </a:ext>
            </a:extLst>
          </p:cNvPr>
          <p:cNvSpPr/>
          <p:nvPr/>
        </p:nvSpPr>
        <p:spPr>
          <a:xfrm>
            <a:off x="8004354" y="5061555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497EFA1-6566-CC66-BD68-952E9C0188E6}"/>
              </a:ext>
            </a:extLst>
          </p:cNvPr>
          <p:cNvSpPr/>
          <p:nvPr/>
        </p:nvSpPr>
        <p:spPr>
          <a:xfrm>
            <a:off x="7347070" y="506155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FADB48F-C4D7-143A-913F-7C1355745AFA}"/>
              </a:ext>
            </a:extLst>
          </p:cNvPr>
          <p:cNvSpPr/>
          <p:nvPr/>
        </p:nvSpPr>
        <p:spPr>
          <a:xfrm>
            <a:off x="1722814" y="526247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BEBCB33-0E66-FB1B-4AD4-463C02ACEC95}"/>
              </a:ext>
            </a:extLst>
          </p:cNvPr>
          <p:cNvGrpSpPr/>
          <p:nvPr/>
        </p:nvGrpSpPr>
        <p:grpSpPr>
          <a:xfrm>
            <a:off x="1527308" y="4909622"/>
            <a:ext cx="2937117" cy="899585"/>
            <a:chOff x="1527308" y="4864798"/>
            <a:chExt cx="2937117" cy="899585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CF5E42E-08A3-43E9-F2D6-755E2B2CDA1E}"/>
                </a:ext>
              </a:extLst>
            </p:cNvPr>
            <p:cNvSpPr txBox="1"/>
            <p:nvPr/>
          </p:nvSpPr>
          <p:spPr>
            <a:xfrm>
              <a:off x="1527308" y="4899932"/>
              <a:ext cx="573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8A66441-82E5-D5A2-6A77-11F82B5B26B7}"/>
                </a:ext>
              </a:extLst>
            </p:cNvPr>
            <p:cNvSpPr/>
            <p:nvPr/>
          </p:nvSpPr>
          <p:spPr>
            <a:xfrm>
              <a:off x="1649507" y="4864798"/>
              <a:ext cx="2814918" cy="899585"/>
            </a:xfrm>
            <a:prstGeom prst="rect">
              <a:avLst/>
            </a:prstGeom>
            <a:solidFill>
              <a:schemeClr val="accent4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FD97D0CB-AA4E-788C-68C3-4213C39ACD57}"/>
              </a:ext>
            </a:extLst>
          </p:cNvPr>
          <p:cNvSpPr/>
          <p:nvPr/>
        </p:nvSpPr>
        <p:spPr>
          <a:xfrm>
            <a:off x="792637" y="3321964"/>
            <a:ext cx="4855128" cy="27928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D0E62A8-E84D-7D53-E96D-812EDC3CDAF2}"/>
              </a:ext>
            </a:extLst>
          </p:cNvPr>
          <p:cNvGrpSpPr/>
          <p:nvPr/>
        </p:nvGrpSpPr>
        <p:grpSpPr>
          <a:xfrm>
            <a:off x="3700481" y="4909622"/>
            <a:ext cx="2937117" cy="899585"/>
            <a:chOff x="1527308" y="4864798"/>
            <a:chExt cx="2937117" cy="899585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DB5517E-B345-1760-3FBA-EF22D461B98B}"/>
                </a:ext>
              </a:extLst>
            </p:cNvPr>
            <p:cNvSpPr txBox="1"/>
            <p:nvPr/>
          </p:nvSpPr>
          <p:spPr>
            <a:xfrm>
              <a:off x="1527308" y="4899932"/>
              <a:ext cx="573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2BE4C78-EC09-E40D-6794-FFAE492EA582}"/>
                </a:ext>
              </a:extLst>
            </p:cNvPr>
            <p:cNvSpPr/>
            <p:nvPr/>
          </p:nvSpPr>
          <p:spPr>
            <a:xfrm>
              <a:off x="1649507" y="4864798"/>
              <a:ext cx="2814918" cy="899585"/>
            </a:xfrm>
            <a:prstGeom prst="rect">
              <a:avLst/>
            </a:prstGeom>
            <a:solidFill>
              <a:schemeClr val="accent4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2927BE5-ED67-4000-288D-EE71B24EC364}"/>
              </a:ext>
            </a:extLst>
          </p:cNvPr>
          <p:cNvGrpSpPr/>
          <p:nvPr/>
        </p:nvGrpSpPr>
        <p:grpSpPr>
          <a:xfrm>
            <a:off x="5926366" y="4914474"/>
            <a:ext cx="3136951" cy="899585"/>
            <a:chOff x="1527308" y="4864798"/>
            <a:chExt cx="3136951" cy="899585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ECFAB6F-C42F-A1DB-5784-32901E45C1F7}"/>
                </a:ext>
              </a:extLst>
            </p:cNvPr>
            <p:cNvSpPr txBox="1"/>
            <p:nvPr/>
          </p:nvSpPr>
          <p:spPr>
            <a:xfrm>
              <a:off x="1527308" y="4899932"/>
              <a:ext cx="573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C35E7A6-18FB-F8AA-CC37-332C53EAD606}"/>
                </a:ext>
              </a:extLst>
            </p:cNvPr>
            <p:cNvSpPr/>
            <p:nvPr/>
          </p:nvSpPr>
          <p:spPr>
            <a:xfrm>
              <a:off x="1649506" y="4864798"/>
              <a:ext cx="3014753" cy="899585"/>
            </a:xfrm>
            <a:prstGeom prst="rect">
              <a:avLst/>
            </a:prstGeom>
            <a:solidFill>
              <a:schemeClr val="accent4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75A5AB5B-0C1C-121A-1988-C5B6AF450BA6}"/>
              </a:ext>
            </a:extLst>
          </p:cNvPr>
          <p:cNvSpPr/>
          <p:nvPr/>
        </p:nvSpPr>
        <p:spPr>
          <a:xfrm>
            <a:off x="1051899" y="2855108"/>
            <a:ext cx="1520971" cy="27928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E0E090C-02D3-D121-1381-1DEBBAA0FE53}"/>
              </a:ext>
            </a:extLst>
          </p:cNvPr>
          <p:cNvGrpSpPr/>
          <p:nvPr/>
        </p:nvGrpSpPr>
        <p:grpSpPr>
          <a:xfrm>
            <a:off x="8094262" y="4739195"/>
            <a:ext cx="1066901" cy="1011083"/>
            <a:chOff x="1469445" y="4706368"/>
            <a:chExt cx="1066901" cy="1011083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FB42642-98BF-B8D1-90AD-81CA663709AD}"/>
                </a:ext>
              </a:extLst>
            </p:cNvPr>
            <p:cNvSpPr txBox="1"/>
            <p:nvPr/>
          </p:nvSpPr>
          <p:spPr>
            <a:xfrm>
              <a:off x="1537095" y="4706368"/>
              <a:ext cx="573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CFD4987-D5E7-A67F-F5D9-365CB0C69A19}"/>
                </a:ext>
              </a:extLst>
            </p:cNvPr>
            <p:cNvSpPr/>
            <p:nvPr/>
          </p:nvSpPr>
          <p:spPr>
            <a:xfrm>
              <a:off x="1469445" y="4817866"/>
              <a:ext cx="1066901" cy="899585"/>
            </a:xfrm>
            <a:prstGeom prst="rect">
              <a:avLst/>
            </a:prstGeom>
            <a:solidFill>
              <a:schemeClr val="accent4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7E6BA3C-16E8-0B59-D6D1-19BEA2904F76}"/>
              </a:ext>
            </a:extLst>
          </p:cNvPr>
          <p:cNvGrpSpPr/>
          <p:nvPr/>
        </p:nvGrpSpPr>
        <p:grpSpPr>
          <a:xfrm>
            <a:off x="6121685" y="6136419"/>
            <a:ext cx="2844195" cy="584722"/>
            <a:chOff x="6121685" y="6136419"/>
            <a:chExt cx="2844195" cy="58472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85F4C73-1E04-EF20-4FFB-91BB8F9D13DF}"/>
                </a:ext>
              </a:extLst>
            </p:cNvPr>
            <p:cNvSpPr/>
            <p:nvPr/>
          </p:nvSpPr>
          <p:spPr>
            <a:xfrm>
              <a:off x="6121685" y="6337340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65A64F7-416E-A2C7-3393-0D9115F78AE8}"/>
                </a:ext>
              </a:extLst>
            </p:cNvPr>
            <p:cNvCxnSpPr>
              <a:cxnSpLocks/>
              <a:stCxn id="25" idx="6"/>
              <a:endCxn id="28" idx="1"/>
            </p:cNvCxnSpPr>
            <p:nvPr/>
          </p:nvCxnSpPr>
          <p:spPr>
            <a:xfrm>
              <a:off x="6304565" y="6428780"/>
              <a:ext cx="1042505" cy="0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8C030E6-9345-889F-A119-510F189C3B84}"/>
                </a:ext>
              </a:extLst>
            </p:cNvPr>
            <p:cNvSpPr/>
            <p:nvPr/>
          </p:nvSpPr>
          <p:spPr>
            <a:xfrm>
              <a:off x="8004354" y="6136419"/>
              <a:ext cx="961526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1CEC33-A0D9-EF97-F7E6-8023B8C22F3B}"/>
                </a:ext>
              </a:extLst>
            </p:cNvPr>
            <p:cNvSpPr/>
            <p:nvPr/>
          </p:nvSpPr>
          <p:spPr>
            <a:xfrm>
              <a:off x="734707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100</a:t>
              </a:r>
              <a:endParaRPr lang="en-US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BF112F89-1286-6E7A-1E70-2B2ADD7AA041}"/>
              </a:ext>
            </a:extLst>
          </p:cNvPr>
          <p:cNvSpPr/>
          <p:nvPr/>
        </p:nvSpPr>
        <p:spPr>
          <a:xfrm>
            <a:off x="792637" y="3607788"/>
            <a:ext cx="4855128" cy="27928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2F883EA-A5C1-654C-F27F-CD64BFC8A717}"/>
              </a:ext>
            </a:extLst>
          </p:cNvPr>
          <p:cNvSpPr/>
          <p:nvPr/>
        </p:nvSpPr>
        <p:spPr>
          <a:xfrm>
            <a:off x="1649507" y="5907655"/>
            <a:ext cx="2814918" cy="899585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86DFDCE-7C50-FFA8-5BDB-6DF1CB3F322D}"/>
              </a:ext>
            </a:extLst>
          </p:cNvPr>
          <p:cNvSpPr/>
          <p:nvPr/>
        </p:nvSpPr>
        <p:spPr>
          <a:xfrm>
            <a:off x="3808910" y="5896790"/>
            <a:ext cx="2814918" cy="899585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3FBDA66-A938-3273-84BC-94C6E63674EE}"/>
              </a:ext>
            </a:extLst>
          </p:cNvPr>
          <p:cNvSpPr/>
          <p:nvPr/>
        </p:nvSpPr>
        <p:spPr>
          <a:xfrm>
            <a:off x="6031057" y="5905267"/>
            <a:ext cx="3032260" cy="899585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3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0" grpId="2" animBg="1"/>
      <p:bldP spid="40" grpId="3" animBg="1"/>
      <p:bldP spid="40" grpId="4" animBg="1"/>
      <p:bldP spid="40" grpId="5" animBg="1"/>
      <p:bldP spid="40" grpId="6" animBg="1"/>
      <p:bldP spid="40" grpId="7" animBg="1"/>
      <p:bldP spid="40" grpId="8" animBg="1"/>
      <p:bldP spid="60" grpId="0" animBg="1"/>
      <p:bldP spid="60" grpId="1" animBg="1"/>
      <p:bldP spid="60" grpId="2" animBg="1"/>
      <p:bldP spid="60" grpId="3" animBg="1"/>
      <p:bldP spid="60" grpId="4" animBg="1"/>
      <p:bldP spid="60" grpId="5" animBg="1"/>
      <p:bldP spid="73" grpId="0" animBg="1"/>
      <p:bldP spid="73" grpId="1" animBg="1"/>
      <p:bldP spid="84" grpId="0" animBg="1"/>
      <p:bldP spid="85" grpId="0" animBg="1"/>
      <p:bldP spid="86" grpId="0" animBg="1"/>
      <p:bldP spid="86" grpId="1" animBg="1"/>
      <p:bldP spid="87" grpId="0" animBg="1"/>
      <p:bldP spid="8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3A20-9174-689B-A821-8DA6A3EA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Walking Through: Copying Squares to a New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71EB6-6E42-3104-19DC-5A57FEC8032D}"/>
              </a:ext>
            </a:extLst>
          </p:cNvPr>
          <p:cNvSpPr txBox="1"/>
          <p:nvPr/>
        </p:nvSpPr>
        <p:spPr>
          <a:xfrm>
            <a:off x="803155" y="1139111"/>
            <a:ext cx="611417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400BD9"/>
                </a:solidFill>
                <a:latin typeface="Menlo" panose="020B0609030804020204" pitchFamily="49" charset="0"/>
              </a:rPr>
              <a:t>// copying squares (iteration)</a:t>
            </a:r>
            <a:endParaRPr lang="en-US" sz="15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* </a:t>
            </a:r>
            <a:r>
              <a:rPr lang="en-US" sz="1500" dirty="0" err="1">
                <a:solidFill>
                  <a:srgbClr val="000000"/>
                </a:solidFill>
                <a:latin typeface="Menlo" panose="020B0609030804020204" pitchFamily="49" charset="0"/>
              </a:rPr>
              <a:t>squares_copy</a:t>
            </a:r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* in){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* out = </a:t>
            </a:r>
            <a:r>
              <a:rPr lang="en-US" sz="1500" dirty="0">
                <a:solidFill>
                  <a:srgbClr val="B42419"/>
                </a:solidFill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* tail; </a:t>
            </a:r>
            <a:r>
              <a:rPr lang="en-US" sz="1500" dirty="0">
                <a:solidFill>
                  <a:srgbClr val="400BD9"/>
                </a:solidFill>
                <a:latin typeface="Menlo" panose="020B0609030804020204" pitchFamily="49" charset="0"/>
              </a:rPr>
              <a:t>// tail of "out"</a:t>
            </a:r>
            <a:endParaRPr lang="en-US" sz="15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latin typeface="Menlo" panose="020B0609030804020204" pitchFamily="49" charset="0"/>
              </a:rPr>
              <a:t>while</a:t>
            </a:r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(in) { 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item = cons((in-&gt;</a:t>
            </a:r>
            <a:r>
              <a:rPr lang="en-US" sz="1500" dirty="0" err="1">
                <a:solidFill>
                  <a:srgbClr val="000000"/>
                </a:solidFill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)*(in-&gt;</a:t>
            </a:r>
            <a:r>
              <a:rPr lang="en-US" sz="1500" dirty="0" err="1">
                <a:solidFill>
                  <a:srgbClr val="000000"/>
                </a:solidFill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), </a:t>
            </a:r>
            <a:r>
              <a:rPr lang="en-US" sz="1500" dirty="0">
                <a:solidFill>
                  <a:srgbClr val="B42419"/>
                </a:solidFill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500" dirty="0">
                <a:solidFill>
                  <a:srgbClr val="C1651C"/>
                </a:solidFill>
                <a:latin typeface="Menlo" panose="020B060903080402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(out) { </a:t>
            </a:r>
            <a:r>
              <a:rPr lang="en-US" sz="1500" dirty="0">
                <a:solidFill>
                  <a:srgbClr val="400BD9"/>
                </a:solidFill>
                <a:latin typeface="Menlo" panose="020B0609030804020204" pitchFamily="49" charset="0"/>
              </a:rPr>
              <a:t>// not first element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      tail-&gt;next = item;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    } </a:t>
            </a:r>
            <a:r>
              <a:rPr lang="en-US" sz="1500" dirty="0">
                <a:solidFill>
                  <a:srgbClr val="C1651C"/>
                </a:solidFill>
                <a:latin typeface="Menlo" panose="020B06090308040202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{ </a:t>
            </a:r>
            <a:r>
              <a:rPr lang="en-US" sz="1500" dirty="0">
                <a:solidFill>
                  <a:srgbClr val="400BD9"/>
                </a:solidFill>
                <a:latin typeface="Menlo" panose="020B0609030804020204" pitchFamily="49" charset="0"/>
              </a:rPr>
              <a:t>// first element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      out = item;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    }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  tail = item;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    in = in-&gt;next;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  }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latin typeface="Menlo" panose="020B0609030804020204" pitchFamily="49" charset="0"/>
              </a:rPr>
              <a:t>return</a:t>
            </a:r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out;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1398DB-2766-1C20-9114-48D4D9518B34}"/>
              </a:ext>
            </a:extLst>
          </p:cNvPr>
          <p:cNvSpPr/>
          <p:nvPr/>
        </p:nvSpPr>
        <p:spPr>
          <a:xfrm>
            <a:off x="366980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487F8E-AE24-6604-7A45-79B98AF7E160}"/>
              </a:ext>
            </a:extLst>
          </p:cNvPr>
          <p:cNvSpPr/>
          <p:nvPr/>
        </p:nvSpPr>
        <p:spPr>
          <a:xfrm>
            <a:off x="3012516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1E17DB-92A4-1C16-B811-84EAC8B1BBCA}"/>
              </a:ext>
            </a:extLst>
          </p:cNvPr>
          <p:cNvSpPr/>
          <p:nvPr/>
        </p:nvSpPr>
        <p:spPr>
          <a:xfrm>
            <a:off x="3917832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4C32FB-1993-FA20-32EC-97D5F59E5DBC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4100712" y="5407705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939D0B-B5B0-1F3A-8FD6-4B23BA2D26A3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905694" y="5407705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C40F809-0AC3-F249-6BD2-BC8EFCE240D7}"/>
              </a:ext>
            </a:extLst>
          </p:cNvPr>
          <p:cNvSpPr/>
          <p:nvPr/>
        </p:nvSpPr>
        <p:spPr>
          <a:xfrm>
            <a:off x="5873653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E73794-0E4B-74D8-B8C5-1D6B7D6B45B5}"/>
              </a:ext>
            </a:extLst>
          </p:cNvPr>
          <p:cNvSpPr/>
          <p:nvPr/>
        </p:nvSpPr>
        <p:spPr>
          <a:xfrm>
            <a:off x="5216369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BEDCF2-1593-9775-054D-A6108145F370}"/>
              </a:ext>
            </a:extLst>
          </p:cNvPr>
          <p:cNvSpPr/>
          <p:nvPr/>
        </p:nvSpPr>
        <p:spPr>
          <a:xfrm>
            <a:off x="6121685" y="531626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E4F72A-017F-4CB1-E50D-226A2A3F1F24}"/>
              </a:ext>
            </a:extLst>
          </p:cNvPr>
          <p:cNvCxnSpPr>
            <a:cxnSpLocks/>
            <a:stCxn id="22" idx="6"/>
            <a:endCxn id="25" idx="1"/>
          </p:cNvCxnSpPr>
          <p:nvPr/>
        </p:nvCxnSpPr>
        <p:spPr>
          <a:xfrm>
            <a:off x="6304565" y="5407706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69ACBC6-EC67-BB68-1225-F073CB3617E2}"/>
              </a:ext>
            </a:extLst>
          </p:cNvPr>
          <p:cNvSpPr/>
          <p:nvPr/>
        </p:nvSpPr>
        <p:spPr>
          <a:xfrm>
            <a:off x="8004354" y="5115345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1AB254-CC42-9A71-447D-681068895DE6}"/>
              </a:ext>
            </a:extLst>
          </p:cNvPr>
          <p:cNvSpPr/>
          <p:nvPr/>
        </p:nvSpPr>
        <p:spPr>
          <a:xfrm>
            <a:off x="734707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1D72228-05AF-8C87-6166-AE31704C833B}"/>
              </a:ext>
            </a:extLst>
          </p:cNvPr>
          <p:cNvSpPr/>
          <p:nvPr/>
        </p:nvSpPr>
        <p:spPr>
          <a:xfrm>
            <a:off x="1722814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25B7DB5-EB84-9436-F593-18A68F6A0439}"/>
              </a:ext>
            </a:extLst>
          </p:cNvPr>
          <p:cNvGrpSpPr/>
          <p:nvPr/>
        </p:nvGrpSpPr>
        <p:grpSpPr>
          <a:xfrm>
            <a:off x="1527308" y="4909622"/>
            <a:ext cx="2937117" cy="899585"/>
            <a:chOff x="1527308" y="4864798"/>
            <a:chExt cx="2937117" cy="89958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4FB6CB7-9EFA-0899-E317-7A0C9D1EC9F4}"/>
                </a:ext>
              </a:extLst>
            </p:cNvPr>
            <p:cNvSpPr txBox="1"/>
            <p:nvPr/>
          </p:nvSpPr>
          <p:spPr>
            <a:xfrm>
              <a:off x="1527308" y="4899932"/>
              <a:ext cx="573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6DBF3C-C2CE-973E-58C5-A447EC714999}"/>
                </a:ext>
              </a:extLst>
            </p:cNvPr>
            <p:cNvSpPr/>
            <p:nvPr/>
          </p:nvSpPr>
          <p:spPr>
            <a:xfrm>
              <a:off x="1649507" y="4864798"/>
              <a:ext cx="2814918" cy="899585"/>
            </a:xfrm>
            <a:prstGeom prst="rect">
              <a:avLst/>
            </a:prstGeom>
            <a:solidFill>
              <a:schemeClr val="accent4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DD5757CA-DBFE-E15F-D5CF-159B857AB7FD}"/>
              </a:ext>
            </a:extLst>
          </p:cNvPr>
          <p:cNvSpPr/>
          <p:nvPr/>
        </p:nvSpPr>
        <p:spPr>
          <a:xfrm>
            <a:off x="936940" y="2074169"/>
            <a:ext cx="1425134" cy="27928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82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41A55F4-F295-8B83-DBC5-1C5E47B82FD4}"/>
              </a:ext>
            </a:extLst>
          </p:cNvPr>
          <p:cNvGrpSpPr/>
          <p:nvPr/>
        </p:nvGrpSpPr>
        <p:grpSpPr>
          <a:xfrm>
            <a:off x="1715206" y="6136419"/>
            <a:ext cx="2611878" cy="584722"/>
            <a:chOff x="1715206" y="6136419"/>
            <a:chExt cx="2611878" cy="58472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8693504-4E17-34C5-79B7-D10917D645F0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710FE1-57A3-EB5B-7639-63297BA191F7}"/>
                </a:ext>
              </a:extLst>
            </p:cNvPr>
            <p:cNvSpPr/>
            <p:nvPr/>
          </p:nvSpPr>
          <p:spPr>
            <a:xfrm>
              <a:off x="3012516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64</a:t>
              </a:r>
              <a:endPara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50CA0F9-F6BC-F02F-F507-146C743AF65A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1905694" y="6428779"/>
              <a:ext cx="1106822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AB57825-EA3C-8F0D-4009-BE195FFCE6E2}"/>
                </a:ext>
              </a:extLst>
            </p:cNvPr>
            <p:cNvSpPr/>
            <p:nvPr/>
          </p:nvSpPr>
          <p:spPr>
            <a:xfrm>
              <a:off x="1715206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2F3A20-9174-689B-A821-8DA6A3EA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Walking Through: Copying Squares to a New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71EB6-6E42-3104-19DC-5A57FEC8032D}"/>
              </a:ext>
            </a:extLst>
          </p:cNvPr>
          <p:cNvSpPr txBox="1"/>
          <p:nvPr/>
        </p:nvSpPr>
        <p:spPr>
          <a:xfrm>
            <a:off x="803155" y="1139111"/>
            <a:ext cx="611417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copying squares (iteration)</a:t>
            </a:r>
            <a:endParaRPr lang="en-US" sz="15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squares_copy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in){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tail;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tail of "out"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(in) { 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item = cons((in-&gt;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)*(in-&gt;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(out)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not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tail-&gt;next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out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  tail = item;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 = in-&gt;next;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1398DB-2766-1C20-9114-48D4D9518B34}"/>
              </a:ext>
            </a:extLst>
          </p:cNvPr>
          <p:cNvSpPr/>
          <p:nvPr/>
        </p:nvSpPr>
        <p:spPr>
          <a:xfrm>
            <a:off x="366980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487F8E-AE24-6604-7A45-79B98AF7E160}"/>
              </a:ext>
            </a:extLst>
          </p:cNvPr>
          <p:cNvSpPr/>
          <p:nvPr/>
        </p:nvSpPr>
        <p:spPr>
          <a:xfrm>
            <a:off x="3012516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1E17DB-92A4-1C16-B811-84EAC8B1BBCA}"/>
              </a:ext>
            </a:extLst>
          </p:cNvPr>
          <p:cNvSpPr/>
          <p:nvPr/>
        </p:nvSpPr>
        <p:spPr>
          <a:xfrm>
            <a:off x="3917832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4C32FB-1993-FA20-32EC-97D5F59E5DBC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4100712" y="5407705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939D0B-B5B0-1F3A-8FD6-4B23BA2D26A3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905694" y="5407705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C40F809-0AC3-F249-6BD2-BC8EFCE240D7}"/>
              </a:ext>
            </a:extLst>
          </p:cNvPr>
          <p:cNvSpPr/>
          <p:nvPr/>
        </p:nvSpPr>
        <p:spPr>
          <a:xfrm>
            <a:off x="5873653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E73794-0E4B-74D8-B8C5-1D6B7D6B45B5}"/>
              </a:ext>
            </a:extLst>
          </p:cNvPr>
          <p:cNvSpPr/>
          <p:nvPr/>
        </p:nvSpPr>
        <p:spPr>
          <a:xfrm>
            <a:off x="5216369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BEDCF2-1593-9775-054D-A6108145F370}"/>
              </a:ext>
            </a:extLst>
          </p:cNvPr>
          <p:cNvSpPr/>
          <p:nvPr/>
        </p:nvSpPr>
        <p:spPr>
          <a:xfrm>
            <a:off x="6121685" y="531626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E4F72A-017F-4CB1-E50D-226A2A3F1F24}"/>
              </a:ext>
            </a:extLst>
          </p:cNvPr>
          <p:cNvCxnSpPr>
            <a:cxnSpLocks/>
            <a:stCxn id="22" idx="6"/>
            <a:endCxn id="25" idx="1"/>
          </p:cNvCxnSpPr>
          <p:nvPr/>
        </p:nvCxnSpPr>
        <p:spPr>
          <a:xfrm>
            <a:off x="6304565" y="5407706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69ACBC6-EC67-BB68-1225-F073CB3617E2}"/>
              </a:ext>
            </a:extLst>
          </p:cNvPr>
          <p:cNvSpPr/>
          <p:nvPr/>
        </p:nvSpPr>
        <p:spPr>
          <a:xfrm>
            <a:off x="8004354" y="5115345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1AB254-CC42-9A71-447D-681068895DE6}"/>
              </a:ext>
            </a:extLst>
          </p:cNvPr>
          <p:cNvSpPr/>
          <p:nvPr/>
        </p:nvSpPr>
        <p:spPr>
          <a:xfrm>
            <a:off x="734707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1D72228-05AF-8C87-6166-AE31704C833B}"/>
              </a:ext>
            </a:extLst>
          </p:cNvPr>
          <p:cNvSpPr/>
          <p:nvPr/>
        </p:nvSpPr>
        <p:spPr>
          <a:xfrm>
            <a:off x="1722814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25B7DB5-EB84-9436-F593-18A68F6A0439}"/>
              </a:ext>
            </a:extLst>
          </p:cNvPr>
          <p:cNvGrpSpPr/>
          <p:nvPr/>
        </p:nvGrpSpPr>
        <p:grpSpPr>
          <a:xfrm>
            <a:off x="1527308" y="4909622"/>
            <a:ext cx="2937117" cy="899585"/>
            <a:chOff x="1527308" y="4864798"/>
            <a:chExt cx="2937117" cy="89958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4FB6CB7-9EFA-0899-E317-7A0C9D1EC9F4}"/>
                </a:ext>
              </a:extLst>
            </p:cNvPr>
            <p:cNvSpPr txBox="1"/>
            <p:nvPr/>
          </p:nvSpPr>
          <p:spPr>
            <a:xfrm>
              <a:off x="1527308" y="4899932"/>
              <a:ext cx="573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6DBF3C-C2CE-973E-58C5-A447EC714999}"/>
                </a:ext>
              </a:extLst>
            </p:cNvPr>
            <p:cNvSpPr/>
            <p:nvPr/>
          </p:nvSpPr>
          <p:spPr>
            <a:xfrm>
              <a:off x="1649507" y="4864798"/>
              <a:ext cx="2814918" cy="899585"/>
            </a:xfrm>
            <a:prstGeom prst="rect">
              <a:avLst/>
            </a:prstGeom>
            <a:solidFill>
              <a:schemeClr val="accent4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DEB46CC4-C2CE-5FA5-3002-3B27E0519D60}"/>
              </a:ext>
            </a:extLst>
          </p:cNvPr>
          <p:cNvSpPr/>
          <p:nvPr/>
        </p:nvSpPr>
        <p:spPr>
          <a:xfrm>
            <a:off x="1280379" y="2285935"/>
            <a:ext cx="4519785" cy="27928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0D59EF-6874-A11F-18E1-D51A0370EFE3}"/>
              </a:ext>
            </a:extLst>
          </p:cNvPr>
          <p:cNvSpPr txBox="1"/>
          <p:nvPr/>
        </p:nvSpPr>
        <p:spPr>
          <a:xfrm>
            <a:off x="1532796" y="597812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D95F9D0-3506-1F4A-240A-8438217C3DDC}"/>
              </a:ext>
            </a:extLst>
          </p:cNvPr>
          <p:cNvSpPr/>
          <p:nvPr/>
        </p:nvSpPr>
        <p:spPr>
          <a:xfrm>
            <a:off x="1527308" y="3199565"/>
            <a:ext cx="1404151" cy="27928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60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41A55F4-F295-8B83-DBC5-1C5E47B82FD4}"/>
              </a:ext>
            </a:extLst>
          </p:cNvPr>
          <p:cNvGrpSpPr/>
          <p:nvPr/>
        </p:nvGrpSpPr>
        <p:grpSpPr>
          <a:xfrm>
            <a:off x="1715206" y="6136419"/>
            <a:ext cx="2611878" cy="584722"/>
            <a:chOff x="1715206" y="6136419"/>
            <a:chExt cx="2611878" cy="58472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8693504-4E17-34C5-79B7-D10917D645F0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710FE1-57A3-EB5B-7639-63297BA191F7}"/>
                </a:ext>
              </a:extLst>
            </p:cNvPr>
            <p:cNvSpPr/>
            <p:nvPr/>
          </p:nvSpPr>
          <p:spPr>
            <a:xfrm>
              <a:off x="3012516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64</a:t>
              </a:r>
              <a:endPara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50CA0F9-F6BC-F02F-F507-146C743AF65A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1905694" y="6428779"/>
              <a:ext cx="1106822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AB57825-EA3C-8F0D-4009-BE195FFCE6E2}"/>
                </a:ext>
              </a:extLst>
            </p:cNvPr>
            <p:cNvSpPr/>
            <p:nvPr/>
          </p:nvSpPr>
          <p:spPr>
            <a:xfrm>
              <a:off x="1715206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2F3A20-9174-689B-A821-8DA6A3EA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Walking Through: Copying Squares to a New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71EB6-6E42-3104-19DC-5A57FEC8032D}"/>
              </a:ext>
            </a:extLst>
          </p:cNvPr>
          <p:cNvSpPr txBox="1"/>
          <p:nvPr/>
        </p:nvSpPr>
        <p:spPr>
          <a:xfrm>
            <a:off x="803155" y="1139111"/>
            <a:ext cx="611417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copying squares (iteration)</a:t>
            </a:r>
            <a:endParaRPr lang="en-US" sz="15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squares_copy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in){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tail;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tail of "out"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(in) { 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item = cons((in-&gt;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)*(in-&gt;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(out)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not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tail-&gt;next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out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  tail = item;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 = in-&gt;next;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1398DB-2766-1C20-9114-48D4D9518B34}"/>
              </a:ext>
            </a:extLst>
          </p:cNvPr>
          <p:cNvSpPr/>
          <p:nvPr/>
        </p:nvSpPr>
        <p:spPr>
          <a:xfrm>
            <a:off x="366980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487F8E-AE24-6604-7A45-79B98AF7E160}"/>
              </a:ext>
            </a:extLst>
          </p:cNvPr>
          <p:cNvSpPr/>
          <p:nvPr/>
        </p:nvSpPr>
        <p:spPr>
          <a:xfrm>
            <a:off x="3012516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1E17DB-92A4-1C16-B811-84EAC8B1BBCA}"/>
              </a:ext>
            </a:extLst>
          </p:cNvPr>
          <p:cNvSpPr/>
          <p:nvPr/>
        </p:nvSpPr>
        <p:spPr>
          <a:xfrm>
            <a:off x="3917832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4C32FB-1993-FA20-32EC-97D5F59E5DBC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4100712" y="5407705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939D0B-B5B0-1F3A-8FD6-4B23BA2D26A3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905694" y="5407705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C40F809-0AC3-F249-6BD2-BC8EFCE240D7}"/>
              </a:ext>
            </a:extLst>
          </p:cNvPr>
          <p:cNvSpPr/>
          <p:nvPr/>
        </p:nvSpPr>
        <p:spPr>
          <a:xfrm>
            <a:off x="5873653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E73794-0E4B-74D8-B8C5-1D6B7D6B45B5}"/>
              </a:ext>
            </a:extLst>
          </p:cNvPr>
          <p:cNvSpPr/>
          <p:nvPr/>
        </p:nvSpPr>
        <p:spPr>
          <a:xfrm>
            <a:off x="5216369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BEDCF2-1593-9775-054D-A6108145F370}"/>
              </a:ext>
            </a:extLst>
          </p:cNvPr>
          <p:cNvSpPr/>
          <p:nvPr/>
        </p:nvSpPr>
        <p:spPr>
          <a:xfrm>
            <a:off x="6121685" y="531626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E4F72A-017F-4CB1-E50D-226A2A3F1F24}"/>
              </a:ext>
            </a:extLst>
          </p:cNvPr>
          <p:cNvCxnSpPr>
            <a:cxnSpLocks/>
            <a:stCxn id="22" idx="6"/>
            <a:endCxn id="25" idx="1"/>
          </p:cNvCxnSpPr>
          <p:nvPr/>
        </p:nvCxnSpPr>
        <p:spPr>
          <a:xfrm>
            <a:off x="6304565" y="5407706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69ACBC6-EC67-BB68-1225-F073CB3617E2}"/>
              </a:ext>
            </a:extLst>
          </p:cNvPr>
          <p:cNvSpPr/>
          <p:nvPr/>
        </p:nvSpPr>
        <p:spPr>
          <a:xfrm>
            <a:off x="8004354" y="5115345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1AB254-CC42-9A71-447D-681068895DE6}"/>
              </a:ext>
            </a:extLst>
          </p:cNvPr>
          <p:cNvSpPr/>
          <p:nvPr/>
        </p:nvSpPr>
        <p:spPr>
          <a:xfrm>
            <a:off x="734707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1D72228-05AF-8C87-6166-AE31704C833B}"/>
              </a:ext>
            </a:extLst>
          </p:cNvPr>
          <p:cNvSpPr/>
          <p:nvPr/>
        </p:nvSpPr>
        <p:spPr>
          <a:xfrm>
            <a:off x="1722814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0D59EF-6874-A11F-18E1-D51A0370EFE3}"/>
              </a:ext>
            </a:extLst>
          </p:cNvPr>
          <p:cNvSpPr txBox="1"/>
          <p:nvPr/>
        </p:nvSpPr>
        <p:spPr>
          <a:xfrm>
            <a:off x="1532796" y="597812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9C6AEB6-1017-9D7A-4F25-304434033763}"/>
              </a:ext>
            </a:extLst>
          </p:cNvPr>
          <p:cNvSpPr/>
          <p:nvPr/>
        </p:nvSpPr>
        <p:spPr>
          <a:xfrm>
            <a:off x="1280379" y="3655835"/>
            <a:ext cx="1732137" cy="297600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519F5-BD61-CC76-A810-0D765D0FBF77}"/>
              </a:ext>
            </a:extLst>
          </p:cNvPr>
          <p:cNvSpPr txBox="1"/>
          <p:nvPr/>
        </p:nvSpPr>
        <p:spPr>
          <a:xfrm>
            <a:off x="1532796" y="6479329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tail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B606D1-55CA-622F-E7C5-D7A79B8B79AB}"/>
              </a:ext>
            </a:extLst>
          </p:cNvPr>
          <p:cNvGrpSpPr/>
          <p:nvPr/>
        </p:nvGrpSpPr>
        <p:grpSpPr>
          <a:xfrm>
            <a:off x="1527308" y="4909622"/>
            <a:ext cx="2937117" cy="899585"/>
            <a:chOff x="1527308" y="4864798"/>
            <a:chExt cx="2937117" cy="89958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E3C138B-EC66-69D7-AAD5-669B0AACE03F}"/>
                </a:ext>
              </a:extLst>
            </p:cNvPr>
            <p:cNvSpPr txBox="1"/>
            <p:nvPr/>
          </p:nvSpPr>
          <p:spPr>
            <a:xfrm>
              <a:off x="1527308" y="4899932"/>
              <a:ext cx="573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E34AABE-12EA-B9FF-D2AA-DFE8989217E5}"/>
                </a:ext>
              </a:extLst>
            </p:cNvPr>
            <p:cNvSpPr/>
            <p:nvPr/>
          </p:nvSpPr>
          <p:spPr>
            <a:xfrm>
              <a:off x="1649507" y="4864798"/>
              <a:ext cx="2814918" cy="899585"/>
            </a:xfrm>
            <a:prstGeom prst="rect">
              <a:avLst/>
            </a:prstGeom>
            <a:solidFill>
              <a:schemeClr val="accent4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2131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41A55F4-F295-8B83-DBC5-1C5E47B82FD4}"/>
              </a:ext>
            </a:extLst>
          </p:cNvPr>
          <p:cNvGrpSpPr/>
          <p:nvPr/>
        </p:nvGrpSpPr>
        <p:grpSpPr>
          <a:xfrm>
            <a:off x="1715206" y="6136419"/>
            <a:ext cx="2611878" cy="584722"/>
            <a:chOff x="1715206" y="6136419"/>
            <a:chExt cx="2611878" cy="58472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8693504-4E17-34C5-79B7-D10917D645F0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710FE1-57A3-EB5B-7639-63297BA191F7}"/>
                </a:ext>
              </a:extLst>
            </p:cNvPr>
            <p:cNvSpPr/>
            <p:nvPr/>
          </p:nvSpPr>
          <p:spPr>
            <a:xfrm>
              <a:off x="3012516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64</a:t>
              </a:r>
              <a:endPara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50CA0F9-F6BC-F02F-F507-146C743AF65A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1905694" y="6428779"/>
              <a:ext cx="1106822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AB57825-EA3C-8F0D-4009-BE195FFCE6E2}"/>
                </a:ext>
              </a:extLst>
            </p:cNvPr>
            <p:cNvSpPr/>
            <p:nvPr/>
          </p:nvSpPr>
          <p:spPr>
            <a:xfrm>
              <a:off x="1715206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2F3A20-9174-689B-A821-8DA6A3EA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Walking Through: Copying Squares to a New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71EB6-6E42-3104-19DC-5A57FEC8032D}"/>
              </a:ext>
            </a:extLst>
          </p:cNvPr>
          <p:cNvSpPr txBox="1"/>
          <p:nvPr/>
        </p:nvSpPr>
        <p:spPr>
          <a:xfrm>
            <a:off x="803155" y="1139111"/>
            <a:ext cx="611417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copying squares (iteration)</a:t>
            </a:r>
            <a:endParaRPr lang="en-US" sz="15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squares_copy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in){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tail;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tail of "out"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(in) { 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item = cons((in-&gt;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)*(in-&gt;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(out)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not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tail-&gt;next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out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  tail = item;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 = in-&gt;next;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1398DB-2766-1C20-9114-48D4D9518B34}"/>
              </a:ext>
            </a:extLst>
          </p:cNvPr>
          <p:cNvSpPr/>
          <p:nvPr/>
        </p:nvSpPr>
        <p:spPr>
          <a:xfrm>
            <a:off x="366980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487F8E-AE24-6604-7A45-79B98AF7E160}"/>
              </a:ext>
            </a:extLst>
          </p:cNvPr>
          <p:cNvSpPr/>
          <p:nvPr/>
        </p:nvSpPr>
        <p:spPr>
          <a:xfrm>
            <a:off x="3012516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1E17DB-92A4-1C16-B811-84EAC8B1BBCA}"/>
              </a:ext>
            </a:extLst>
          </p:cNvPr>
          <p:cNvSpPr/>
          <p:nvPr/>
        </p:nvSpPr>
        <p:spPr>
          <a:xfrm>
            <a:off x="3917832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4C32FB-1993-FA20-32EC-97D5F59E5DBC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4100712" y="5407705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939D0B-B5B0-1F3A-8FD6-4B23BA2D26A3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905694" y="5407705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C40F809-0AC3-F249-6BD2-BC8EFCE240D7}"/>
              </a:ext>
            </a:extLst>
          </p:cNvPr>
          <p:cNvSpPr/>
          <p:nvPr/>
        </p:nvSpPr>
        <p:spPr>
          <a:xfrm>
            <a:off x="5873653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E73794-0E4B-74D8-B8C5-1D6B7D6B45B5}"/>
              </a:ext>
            </a:extLst>
          </p:cNvPr>
          <p:cNvSpPr/>
          <p:nvPr/>
        </p:nvSpPr>
        <p:spPr>
          <a:xfrm>
            <a:off x="5216369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BEDCF2-1593-9775-054D-A6108145F370}"/>
              </a:ext>
            </a:extLst>
          </p:cNvPr>
          <p:cNvSpPr/>
          <p:nvPr/>
        </p:nvSpPr>
        <p:spPr>
          <a:xfrm>
            <a:off x="6121685" y="531626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E4F72A-017F-4CB1-E50D-226A2A3F1F24}"/>
              </a:ext>
            </a:extLst>
          </p:cNvPr>
          <p:cNvCxnSpPr>
            <a:cxnSpLocks/>
            <a:stCxn id="22" idx="6"/>
            <a:endCxn id="25" idx="1"/>
          </p:cNvCxnSpPr>
          <p:nvPr/>
        </p:nvCxnSpPr>
        <p:spPr>
          <a:xfrm>
            <a:off x="6304565" y="5407706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69ACBC6-EC67-BB68-1225-F073CB3617E2}"/>
              </a:ext>
            </a:extLst>
          </p:cNvPr>
          <p:cNvSpPr/>
          <p:nvPr/>
        </p:nvSpPr>
        <p:spPr>
          <a:xfrm>
            <a:off x="8004354" y="5115345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1AB254-CC42-9A71-447D-681068895DE6}"/>
              </a:ext>
            </a:extLst>
          </p:cNvPr>
          <p:cNvSpPr/>
          <p:nvPr/>
        </p:nvSpPr>
        <p:spPr>
          <a:xfrm>
            <a:off x="734707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1D72228-05AF-8C87-6166-AE31704C833B}"/>
              </a:ext>
            </a:extLst>
          </p:cNvPr>
          <p:cNvSpPr/>
          <p:nvPr/>
        </p:nvSpPr>
        <p:spPr>
          <a:xfrm>
            <a:off x="1722814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25B7DB5-EB84-9436-F593-18A68F6A0439}"/>
              </a:ext>
            </a:extLst>
          </p:cNvPr>
          <p:cNvGrpSpPr/>
          <p:nvPr/>
        </p:nvGrpSpPr>
        <p:grpSpPr>
          <a:xfrm>
            <a:off x="3674658" y="4927217"/>
            <a:ext cx="2937117" cy="899585"/>
            <a:chOff x="1527308" y="4864798"/>
            <a:chExt cx="2937117" cy="89958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4FB6CB7-9EFA-0899-E317-7A0C9D1EC9F4}"/>
                </a:ext>
              </a:extLst>
            </p:cNvPr>
            <p:cNvSpPr txBox="1"/>
            <p:nvPr/>
          </p:nvSpPr>
          <p:spPr>
            <a:xfrm>
              <a:off x="1527308" y="4899932"/>
              <a:ext cx="573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6DBF3C-C2CE-973E-58C5-A447EC714999}"/>
                </a:ext>
              </a:extLst>
            </p:cNvPr>
            <p:cNvSpPr/>
            <p:nvPr/>
          </p:nvSpPr>
          <p:spPr>
            <a:xfrm>
              <a:off x="1649507" y="4864798"/>
              <a:ext cx="2814918" cy="899585"/>
            </a:xfrm>
            <a:prstGeom prst="rect">
              <a:avLst/>
            </a:prstGeom>
            <a:solidFill>
              <a:schemeClr val="accent4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A20D59EF-6874-A11F-18E1-D51A0370EFE3}"/>
              </a:ext>
            </a:extLst>
          </p:cNvPr>
          <p:cNvSpPr txBox="1"/>
          <p:nvPr/>
        </p:nvSpPr>
        <p:spPr>
          <a:xfrm>
            <a:off x="1532796" y="597812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9C6AEB6-1017-9D7A-4F25-304434033763}"/>
              </a:ext>
            </a:extLst>
          </p:cNvPr>
          <p:cNvSpPr/>
          <p:nvPr/>
        </p:nvSpPr>
        <p:spPr>
          <a:xfrm>
            <a:off x="1280379" y="3926541"/>
            <a:ext cx="1732137" cy="22411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519F5-BD61-CC76-A810-0D765D0FBF77}"/>
              </a:ext>
            </a:extLst>
          </p:cNvPr>
          <p:cNvSpPr txBox="1"/>
          <p:nvPr/>
        </p:nvSpPr>
        <p:spPr>
          <a:xfrm>
            <a:off x="1532796" y="6479329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tail</a:t>
            </a:r>
          </a:p>
        </p:txBody>
      </p:sp>
    </p:spTree>
    <p:extLst>
      <p:ext uri="{BB962C8B-B14F-4D97-AF65-F5344CB8AC3E}">
        <p14:creationId xmlns:p14="http://schemas.microsoft.com/office/powerpoint/2010/main" val="3214055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41A55F4-F295-8B83-DBC5-1C5E47B82FD4}"/>
              </a:ext>
            </a:extLst>
          </p:cNvPr>
          <p:cNvGrpSpPr/>
          <p:nvPr/>
        </p:nvGrpSpPr>
        <p:grpSpPr>
          <a:xfrm>
            <a:off x="1715206" y="6136419"/>
            <a:ext cx="2611878" cy="584722"/>
            <a:chOff x="1715206" y="6136419"/>
            <a:chExt cx="2611878" cy="58472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8693504-4E17-34C5-79B7-D10917D645F0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710FE1-57A3-EB5B-7639-63297BA191F7}"/>
                </a:ext>
              </a:extLst>
            </p:cNvPr>
            <p:cNvSpPr/>
            <p:nvPr/>
          </p:nvSpPr>
          <p:spPr>
            <a:xfrm>
              <a:off x="3012516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64</a:t>
              </a:r>
              <a:endPara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50CA0F9-F6BC-F02F-F507-146C743AF65A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1905694" y="6428779"/>
              <a:ext cx="1106822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AB57825-EA3C-8F0D-4009-BE195FFCE6E2}"/>
                </a:ext>
              </a:extLst>
            </p:cNvPr>
            <p:cNvSpPr/>
            <p:nvPr/>
          </p:nvSpPr>
          <p:spPr>
            <a:xfrm>
              <a:off x="1715206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2F3A20-9174-689B-A821-8DA6A3EA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Walking Through: Copying Squares to a New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71EB6-6E42-3104-19DC-5A57FEC8032D}"/>
              </a:ext>
            </a:extLst>
          </p:cNvPr>
          <p:cNvSpPr txBox="1"/>
          <p:nvPr/>
        </p:nvSpPr>
        <p:spPr>
          <a:xfrm>
            <a:off x="803155" y="1139111"/>
            <a:ext cx="611417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copying squares (iteration)</a:t>
            </a:r>
            <a:endParaRPr lang="en-US" sz="15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squares_copy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in){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tail;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tail of "out"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(in) { 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item = cons((in-&gt;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)*(in-&gt;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(out)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not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tail-&gt;next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out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  tail = item;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 = in-&gt;next;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1047F19-1AF8-9EB7-0B75-51B083323983}"/>
              </a:ext>
            </a:extLst>
          </p:cNvPr>
          <p:cNvGrpSpPr/>
          <p:nvPr/>
        </p:nvGrpSpPr>
        <p:grpSpPr>
          <a:xfrm>
            <a:off x="3669800" y="6136419"/>
            <a:ext cx="2857745" cy="584722"/>
            <a:chOff x="3669800" y="6136419"/>
            <a:chExt cx="2857745" cy="58472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1E07E69-C39B-90CF-E884-F79C91D70A37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F743EAA-759A-37FE-5207-05E79253B140}"/>
                </a:ext>
              </a:extLst>
            </p:cNvPr>
            <p:cNvSpPr/>
            <p:nvPr/>
          </p:nvSpPr>
          <p:spPr>
            <a:xfrm>
              <a:off x="5870261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FE2B4C0-4334-8249-3906-D1D5E243FB21}"/>
                </a:ext>
              </a:extLst>
            </p:cNvPr>
            <p:cNvSpPr/>
            <p:nvPr/>
          </p:nvSpPr>
          <p:spPr>
            <a:xfrm>
              <a:off x="3917832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C39AE75-D399-7788-AF1A-CBC4FF1C1C5E}"/>
                </a:ext>
              </a:extLst>
            </p:cNvPr>
            <p:cNvCxnSpPr>
              <a:cxnSpLocks/>
              <a:stCxn id="11" idx="6"/>
              <a:endCxn id="14" idx="1"/>
            </p:cNvCxnSpPr>
            <p:nvPr/>
          </p:nvCxnSpPr>
          <p:spPr>
            <a:xfrm>
              <a:off x="4100712" y="6428779"/>
              <a:ext cx="1115657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3D7E9C-F52B-1726-D0E2-5B10E89FDAB2}"/>
                </a:ext>
              </a:extLst>
            </p:cNvPr>
            <p:cNvSpPr/>
            <p:nvPr/>
          </p:nvSpPr>
          <p:spPr>
            <a:xfrm>
              <a:off x="5216369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81</a:t>
              </a:r>
              <a:endParaRPr lang="en-US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71398DB-2766-1C20-9114-48D4D9518B34}"/>
              </a:ext>
            </a:extLst>
          </p:cNvPr>
          <p:cNvSpPr/>
          <p:nvPr/>
        </p:nvSpPr>
        <p:spPr>
          <a:xfrm>
            <a:off x="366980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487F8E-AE24-6604-7A45-79B98AF7E160}"/>
              </a:ext>
            </a:extLst>
          </p:cNvPr>
          <p:cNvSpPr/>
          <p:nvPr/>
        </p:nvSpPr>
        <p:spPr>
          <a:xfrm>
            <a:off x="3012516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1E17DB-92A4-1C16-B811-84EAC8B1BBCA}"/>
              </a:ext>
            </a:extLst>
          </p:cNvPr>
          <p:cNvSpPr/>
          <p:nvPr/>
        </p:nvSpPr>
        <p:spPr>
          <a:xfrm>
            <a:off x="3917832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4C32FB-1993-FA20-32EC-97D5F59E5DBC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4100712" y="5407705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939D0B-B5B0-1F3A-8FD6-4B23BA2D26A3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905694" y="5407705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C40F809-0AC3-F249-6BD2-BC8EFCE240D7}"/>
              </a:ext>
            </a:extLst>
          </p:cNvPr>
          <p:cNvSpPr/>
          <p:nvPr/>
        </p:nvSpPr>
        <p:spPr>
          <a:xfrm>
            <a:off x="5873653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E73794-0E4B-74D8-B8C5-1D6B7D6B45B5}"/>
              </a:ext>
            </a:extLst>
          </p:cNvPr>
          <p:cNvSpPr/>
          <p:nvPr/>
        </p:nvSpPr>
        <p:spPr>
          <a:xfrm>
            <a:off x="5216369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BEDCF2-1593-9775-054D-A6108145F370}"/>
              </a:ext>
            </a:extLst>
          </p:cNvPr>
          <p:cNvSpPr/>
          <p:nvPr/>
        </p:nvSpPr>
        <p:spPr>
          <a:xfrm>
            <a:off x="6121685" y="531626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E4F72A-017F-4CB1-E50D-226A2A3F1F24}"/>
              </a:ext>
            </a:extLst>
          </p:cNvPr>
          <p:cNvCxnSpPr>
            <a:cxnSpLocks/>
            <a:stCxn id="22" idx="6"/>
            <a:endCxn id="25" idx="1"/>
          </p:cNvCxnSpPr>
          <p:nvPr/>
        </p:nvCxnSpPr>
        <p:spPr>
          <a:xfrm>
            <a:off x="6304565" y="5407706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69ACBC6-EC67-BB68-1225-F073CB3617E2}"/>
              </a:ext>
            </a:extLst>
          </p:cNvPr>
          <p:cNvSpPr/>
          <p:nvPr/>
        </p:nvSpPr>
        <p:spPr>
          <a:xfrm>
            <a:off x="8004354" y="5115345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1AB254-CC42-9A71-447D-681068895DE6}"/>
              </a:ext>
            </a:extLst>
          </p:cNvPr>
          <p:cNvSpPr/>
          <p:nvPr/>
        </p:nvSpPr>
        <p:spPr>
          <a:xfrm>
            <a:off x="734707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1D72228-05AF-8C87-6166-AE31704C833B}"/>
              </a:ext>
            </a:extLst>
          </p:cNvPr>
          <p:cNvSpPr/>
          <p:nvPr/>
        </p:nvSpPr>
        <p:spPr>
          <a:xfrm>
            <a:off x="1722814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25B7DB5-EB84-9436-F593-18A68F6A0439}"/>
              </a:ext>
            </a:extLst>
          </p:cNvPr>
          <p:cNvGrpSpPr/>
          <p:nvPr/>
        </p:nvGrpSpPr>
        <p:grpSpPr>
          <a:xfrm>
            <a:off x="3674658" y="4927217"/>
            <a:ext cx="2937117" cy="899585"/>
            <a:chOff x="1527308" y="4864798"/>
            <a:chExt cx="2937117" cy="89958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4FB6CB7-9EFA-0899-E317-7A0C9D1EC9F4}"/>
                </a:ext>
              </a:extLst>
            </p:cNvPr>
            <p:cNvSpPr txBox="1"/>
            <p:nvPr/>
          </p:nvSpPr>
          <p:spPr>
            <a:xfrm>
              <a:off x="1527308" y="4899932"/>
              <a:ext cx="573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F6DBF3C-C2CE-973E-58C5-A447EC714999}"/>
                </a:ext>
              </a:extLst>
            </p:cNvPr>
            <p:cNvSpPr/>
            <p:nvPr/>
          </p:nvSpPr>
          <p:spPr>
            <a:xfrm>
              <a:off x="1649507" y="4864798"/>
              <a:ext cx="2814918" cy="899585"/>
            </a:xfrm>
            <a:prstGeom prst="rect">
              <a:avLst/>
            </a:prstGeom>
            <a:solidFill>
              <a:schemeClr val="accent4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A20D59EF-6874-A11F-18E1-D51A0370EFE3}"/>
              </a:ext>
            </a:extLst>
          </p:cNvPr>
          <p:cNvSpPr txBox="1"/>
          <p:nvPr/>
        </p:nvSpPr>
        <p:spPr>
          <a:xfrm>
            <a:off x="1532796" y="597812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9C6AEB6-1017-9D7A-4F25-304434033763}"/>
              </a:ext>
            </a:extLst>
          </p:cNvPr>
          <p:cNvSpPr/>
          <p:nvPr/>
        </p:nvSpPr>
        <p:spPr>
          <a:xfrm>
            <a:off x="1280379" y="2301297"/>
            <a:ext cx="4589882" cy="28053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519F5-BD61-CC76-A810-0D765D0FBF77}"/>
              </a:ext>
            </a:extLst>
          </p:cNvPr>
          <p:cNvSpPr txBox="1"/>
          <p:nvPr/>
        </p:nvSpPr>
        <p:spPr>
          <a:xfrm>
            <a:off x="1532796" y="6479329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tail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EFFC1D-BD41-93AB-550E-F8A9C7D39F4C}"/>
              </a:ext>
            </a:extLst>
          </p:cNvPr>
          <p:cNvSpPr/>
          <p:nvPr/>
        </p:nvSpPr>
        <p:spPr>
          <a:xfrm>
            <a:off x="1501916" y="2780272"/>
            <a:ext cx="2167884" cy="28053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10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41A55F4-F295-8B83-DBC5-1C5E47B82FD4}"/>
              </a:ext>
            </a:extLst>
          </p:cNvPr>
          <p:cNvGrpSpPr/>
          <p:nvPr/>
        </p:nvGrpSpPr>
        <p:grpSpPr>
          <a:xfrm>
            <a:off x="1715206" y="6136419"/>
            <a:ext cx="2611878" cy="584722"/>
            <a:chOff x="1715206" y="6136419"/>
            <a:chExt cx="2611878" cy="58472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8693504-4E17-34C5-79B7-D10917D645F0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710FE1-57A3-EB5B-7639-63297BA191F7}"/>
                </a:ext>
              </a:extLst>
            </p:cNvPr>
            <p:cNvSpPr/>
            <p:nvPr/>
          </p:nvSpPr>
          <p:spPr>
            <a:xfrm>
              <a:off x="3012516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64</a:t>
              </a:r>
              <a:endPara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50CA0F9-F6BC-F02F-F507-146C743AF65A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1905694" y="6428779"/>
              <a:ext cx="1106822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AB57825-EA3C-8F0D-4009-BE195FFCE6E2}"/>
                </a:ext>
              </a:extLst>
            </p:cNvPr>
            <p:cNvSpPr/>
            <p:nvPr/>
          </p:nvSpPr>
          <p:spPr>
            <a:xfrm>
              <a:off x="1715206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2F3A20-9174-689B-A821-8DA6A3EA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Walking Through: Copying Squares to a New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71EB6-6E42-3104-19DC-5A57FEC8032D}"/>
              </a:ext>
            </a:extLst>
          </p:cNvPr>
          <p:cNvSpPr txBox="1"/>
          <p:nvPr/>
        </p:nvSpPr>
        <p:spPr>
          <a:xfrm>
            <a:off x="803155" y="1139111"/>
            <a:ext cx="611417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copying squares (iteration)</a:t>
            </a:r>
            <a:endParaRPr lang="en-US" sz="15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squares_copy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in){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tail;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tail of "out"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(in) { 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item = cons((in-&gt;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)*(in-&gt;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(out)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not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tail-&gt;next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out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  tail = item;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 = in-&gt;next;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1047F19-1AF8-9EB7-0B75-51B083323983}"/>
              </a:ext>
            </a:extLst>
          </p:cNvPr>
          <p:cNvGrpSpPr/>
          <p:nvPr/>
        </p:nvGrpSpPr>
        <p:grpSpPr>
          <a:xfrm>
            <a:off x="3669800" y="6136419"/>
            <a:ext cx="2857745" cy="584722"/>
            <a:chOff x="3669800" y="6136419"/>
            <a:chExt cx="2857745" cy="58472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1E07E69-C39B-90CF-E884-F79C91D70A37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F743EAA-759A-37FE-5207-05E79253B140}"/>
                </a:ext>
              </a:extLst>
            </p:cNvPr>
            <p:cNvSpPr/>
            <p:nvPr/>
          </p:nvSpPr>
          <p:spPr>
            <a:xfrm>
              <a:off x="5870261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FE2B4C0-4334-8249-3906-D1D5E243FB21}"/>
                </a:ext>
              </a:extLst>
            </p:cNvPr>
            <p:cNvSpPr/>
            <p:nvPr/>
          </p:nvSpPr>
          <p:spPr>
            <a:xfrm>
              <a:off x="3917832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C39AE75-D399-7788-AF1A-CBC4FF1C1C5E}"/>
                </a:ext>
              </a:extLst>
            </p:cNvPr>
            <p:cNvCxnSpPr>
              <a:cxnSpLocks/>
              <a:stCxn id="11" idx="6"/>
              <a:endCxn id="14" idx="1"/>
            </p:cNvCxnSpPr>
            <p:nvPr/>
          </p:nvCxnSpPr>
          <p:spPr>
            <a:xfrm>
              <a:off x="4100712" y="6428779"/>
              <a:ext cx="1115657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3D7E9C-F52B-1726-D0E2-5B10E89FDAB2}"/>
                </a:ext>
              </a:extLst>
            </p:cNvPr>
            <p:cNvSpPr/>
            <p:nvPr/>
          </p:nvSpPr>
          <p:spPr>
            <a:xfrm>
              <a:off x="5216369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81</a:t>
              </a:r>
              <a:endParaRPr lang="en-US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71398DB-2766-1C20-9114-48D4D9518B34}"/>
              </a:ext>
            </a:extLst>
          </p:cNvPr>
          <p:cNvSpPr/>
          <p:nvPr/>
        </p:nvSpPr>
        <p:spPr>
          <a:xfrm>
            <a:off x="366980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487F8E-AE24-6604-7A45-79B98AF7E160}"/>
              </a:ext>
            </a:extLst>
          </p:cNvPr>
          <p:cNvSpPr/>
          <p:nvPr/>
        </p:nvSpPr>
        <p:spPr>
          <a:xfrm>
            <a:off x="3012516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1E17DB-92A4-1C16-B811-84EAC8B1BBCA}"/>
              </a:ext>
            </a:extLst>
          </p:cNvPr>
          <p:cNvSpPr/>
          <p:nvPr/>
        </p:nvSpPr>
        <p:spPr>
          <a:xfrm>
            <a:off x="3917832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4C32FB-1993-FA20-32EC-97D5F59E5DBC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4100712" y="5407705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939D0B-B5B0-1F3A-8FD6-4B23BA2D26A3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905694" y="5407705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C40F809-0AC3-F249-6BD2-BC8EFCE240D7}"/>
              </a:ext>
            </a:extLst>
          </p:cNvPr>
          <p:cNvSpPr/>
          <p:nvPr/>
        </p:nvSpPr>
        <p:spPr>
          <a:xfrm>
            <a:off x="5873653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E73794-0E4B-74D8-B8C5-1D6B7D6B45B5}"/>
              </a:ext>
            </a:extLst>
          </p:cNvPr>
          <p:cNvSpPr/>
          <p:nvPr/>
        </p:nvSpPr>
        <p:spPr>
          <a:xfrm>
            <a:off x="5216369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BEDCF2-1593-9775-054D-A6108145F370}"/>
              </a:ext>
            </a:extLst>
          </p:cNvPr>
          <p:cNvSpPr/>
          <p:nvPr/>
        </p:nvSpPr>
        <p:spPr>
          <a:xfrm>
            <a:off x="6121685" y="531626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E4F72A-017F-4CB1-E50D-226A2A3F1F24}"/>
              </a:ext>
            </a:extLst>
          </p:cNvPr>
          <p:cNvCxnSpPr>
            <a:cxnSpLocks/>
            <a:stCxn id="22" idx="6"/>
            <a:endCxn id="25" idx="1"/>
          </p:cNvCxnSpPr>
          <p:nvPr/>
        </p:nvCxnSpPr>
        <p:spPr>
          <a:xfrm>
            <a:off x="6304565" y="5407706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69ACBC6-EC67-BB68-1225-F073CB3617E2}"/>
              </a:ext>
            </a:extLst>
          </p:cNvPr>
          <p:cNvSpPr/>
          <p:nvPr/>
        </p:nvSpPr>
        <p:spPr>
          <a:xfrm>
            <a:off x="8004354" y="5115345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1AB254-CC42-9A71-447D-681068895DE6}"/>
              </a:ext>
            </a:extLst>
          </p:cNvPr>
          <p:cNvSpPr/>
          <p:nvPr/>
        </p:nvSpPr>
        <p:spPr>
          <a:xfrm>
            <a:off x="734707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1D72228-05AF-8C87-6166-AE31704C833B}"/>
              </a:ext>
            </a:extLst>
          </p:cNvPr>
          <p:cNvSpPr/>
          <p:nvPr/>
        </p:nvSpPr>
        <p:spPr>
          <a:xfrm>
            <a:off x="1722814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0D59EF-6874-A11F-18E1-D51A0370EFE3}"/>
              </a:ext>
            </a:extLst>
          </p:cNvPr>
          <p:cNvSpPr txBox="1"/>
          <p:nvPr/>
        </p:nvSpPr>
        <p:spPr>
          <a:xfrm>
            <a:off x="1532796" y="597812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519F5-BD61-CC76-A810-0D765D0FBF77}"/>
              </a:ext>
            </a:extLst>
          </p:cNvPr>
          <p:cNvSpPr txBox="1"/>
          <p:nvPr/>
        </p:nvSpPr>
        <p:spPr>
          <a:xfrm>
            <a:off x="3666408" y="641120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tail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6B2EAA-9B68-C5F4-40BB-9CA4F2791418}"/>
              </a:ext>
            </a:extLst>
          </p:cNvPr>
          <p:cNvSpPr/>
          <p:nvPr/>
        </p:nvSpPr>
        <p:spPr>
          <a:xfrm>
            <a:off x="1280379" y="3655835"/>
            <a:ext cx="1732137" cy="306565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71F5841-E3E5-87D7-D6A4-CFD1FA08CB16}"/>
              </a:ext>
            </a:extLst>
          </p:cNvPr>
          <p:cNvGrpSpPr/>
          <p:nvPr/>
        </p:nvGrpSpPr>
        <p:grpSpPr>
          <a:xfrm>
            <a:off x="3674658" y="4927217"/>
            <a:ext cx="2937117" cy="899585"/>
            <a:chOff x="1527308" y="4864798"/>
            <a:chExt cx="2937117" cy="89958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B0E3D61-16A7-E84C-6DB4-19A2BBD33830}"/>
                </a:ext>
              </a:extLst>
            </p:cNvPr>
            <p:cNvSpPr txBox="1"/>
            <p:nvPr/>
          </p:nvSpPr>
          <p:spPr>
            <a:xfrm>
              <a:off x="1527308" y="4899932"/>
              <a:ext cx="573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2CC1D50-938C-ED7F-2CF0-A9AE9CD796DE}"/>
                </a:ext>
              </a:extLst>
            </p:cNvPr>
            <p:cNvSpPr/>
            <p:nvPr/>
          </p:nvSpPr>
          <p:spPr>
            <a:xfrm>
              <a:off x="1649507" y="4864798"/>
              <a:ext cx="2814918" cy="899585"/>
            </a:xfrm>
            <a:prstGeom prst="rect">
              <a:avLst/>
            </a:prstGeom>
            <a:solidFill>
              <a:schemeClr val="accent4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119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41A55F4-F295-8B83-DBC5-1C5E47B82FD4}"/>
              </a:ext>
            </a:extLst>
          </p:cNvPr>
          <p:cNvGrpSpPr/>
          <p:nvPr/>
        </p:nvGrpSpPr>
        <p:grpSpPr>
          <a:xfrm>
            <a:off x="1715206" y="6136419"/>
            <a:ext cx="2611878" cy="584722"/>
            <a:chOff x="1715206" y="6136419"/>
            <a:chExt cx="2611878" cy="58472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8693504-4E17-34C5-79B7-D10917D645F0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710FE1-57A3-EB5B-7639-63297BA191F7}"/>
                </a:ext>
              </a:extLst>
            </p:cNvPr>
            <p:cNvSpPr/>
            <p:nvPr/>
          </p:nvSpPr>
          <p:spPr>
            <a:xfrm>
              <a:off x="3012516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64</a:t>
              </a:r>
              <a:endPara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50CA0F9-F6BC-F02F-F507-146C743AF65A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1905694" y="6428779"/>
              <a:ext cx="1106822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AB57825-EA3C-8F0D-4009-BE195FFCE6E2}"/>
                </a:ext>
              </a:extLst>
            </p:cNvPr>
            <p:cNvSpPr/>
            <p:nvPr/>
          </p:nvSpPr>
          <p:spPr>
            <a:xfrm>
              <a:off x="1715206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2F3A20-9174-689B-A821-8DA6A3EA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Walking Through: Copying Squares to a New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71EB6-6E42-3104-19DC-5A57FEC8032D}"/>
              </a:ext>
            </a:extLst>
          </p:cNvPr>
          <p:cNvSpPr txBox="1"/>
          <p:nvPr/>
        </p:nvSpPr>
        <p:spPr>
          <a:xfrm>
            <a:off x="803155" y="1139111"/>
            <a:ext cx="611417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copying squares (iteration)</a:t>
            </a:r>
            <a:endParaRPr lang="en-US" sz="15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squares_copy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in){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tail;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tail of "out"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(in) { 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item = cons((in-&gt;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)*(in-&gt;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(out)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not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tail-&gt;next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out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  tail = item;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 = in-&gt;next;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1047F19-1AF8-9EB7-0B75-51B083323983}"/>
              </a:ext>
            </a:extLst>
          </p:cNvPr>
          <p:cNvGrpSpPr/>
          <p:nvPr/>
        </p:nvGrpSpPr>
        <p:grpSpPr>
          <a:xfrm>
            <a:off x="3669800" y="6136419"/>
            <a:ext cx="2857745" cy="584722"/>
            <a:chOff x="3669800" y="6136419"/>
            <a:chExt cx="2857745" cy="58472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1E07E69-C39B-90CF-E884-F79C91D70A37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F743EAA-759A-37FE-5207-05E79253B140}"/>
                </a:ext>
              </a:extLst>
            </p:cNvPr>
            <p:cNvSpPr/>
            <p:nvPr/>
          </p:nvSpPr>
          <p:spPr>
            <a:xfrm>
              <a:off x="5870261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FE2B4C0-4334-8249-3906-D1D5E243FB21}"/>
                </a:ext>
              </a:extLst>
            </p:cNvPr>
            <p:cNvSpPr/>
            <p:nvPr/>
          </p:nvSpPr>
          <p:spPr>
            <a:xfrm>
              <a:off x="3917832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C39AE75-D399-7788-AF1A-CBC4FF1C1C5E}"/>
                </a:ext>
              </a:extLst>
            </p:cNvPr>
            <p:cNvCxnSpPr>
              <a:cxnSpLocks/>
              <a:stCxn id="11" idx="6"/>
              <a:endCxn id="14" idx="1"/>
            </p:cNvCxnSpPr>
            <p:nvPr/>
          </p:nvCxnSpPr>
          <p:spPr>
            <a:xfrm>
              <a:off x="4100712" y="6428779"/>
              <a:ext cx="1115657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3D7E9C-F52B-1726-D0E2-5B10E89FDAB2}"/>
                </a:ext>
              </a:extLst>
            </p:cNvPr>
            <p:cNvSpPr/>
            <p:nvPr/>
          </p:nvSpPr>
          <p:spPr>
            <a:xfrm>
              <a:off x="5216369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81</a:t>
              </a:r>
              <a:endParaRPr lang="en-US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71398DB-2766-1C20-9114-48D4D9518B34}"/>
              </a:ext>
            </a:extLst>
          </p:cNvPr>
          <p:cNvSpPr/>
          <p:nvPr/>
        </p:nvSpPr>
        <p:spPr>
          <a:xfrm>
            <a:off x="366980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487F8E-AE24-6604-7A45-79B98AF7E160}"/>
              </a:ext>
            </a:extLst>
          </p:cNvPr>
          <p:cNvSpPr/>
          <p:nvPr/>
        </p:nvSpPr>
        <p:spPr>
          <a:xfrm>
            <a:off x="3012516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1E17DB-92A4-1C16-B811-84EAC8B1BBCA}"/>
              </a:ext>
            </a:extLst>
          </p:cNvPr>
          <p:cNvSpPr/>
          <p:nvPr/>
        </p:nvSpPr>
        <p:spPr>
          <a:xfrm>
            <a:off x="3917832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4C32FB-1993-FA20-32EC-97D5F59E5DBC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4100712" y="5407705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939D0B-B5B0-1F3A-8FD6-4B23BA2D26A3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905694" y="5407705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C40F809-0AC3-F249-6BD2-BC8EFCE240D7}"/>
              </a:ext>
            </a:extLst>
          </p:cNvPr>
          <p:cNvSpPr/>
          <p:nvPr/>
        </p:nvSpPr>
        <p:spPr>
          <a:xfrm>
            <a:off x="5873653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E73794-0E4B-74D8-B8C5-1D6B7D6B45B5}"/>
              </a:ext>
            </a:extLst>
          </p:cNvPr>
          <p:cNvSpPr/>
          <p:nvPr/>
        </p:nvSpPr>
        <p:spPr>
          <a:xfrm>
            <a:off x="5216369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BEDCF2-1593-9775-054D-A6108145F370}"/>
              </a:ext>
            </a:extLst>
          </p:cNvPr>
          <p:cNvSpPr/>
          <p:nvPr/>
        </p:nvSpPr>
        <p:spPr>
          <a:xfrm>
            <a:off x="6121685" y="531626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E4F72A-017F-4CB1-E50D-226A2A3F1F24}"/>
              </a:ext>
            </a:extLst>
          </p:cNvPr>
          <p:cNvCxnSpPr>
            <a:cxnSpLocks/>
            <a:stCxn id="22" idx="6"/>
            <a:endCxn id="25" idx="1"/>
          </p:cNvCxnSpPr>
          <p:nvPr/>
        </p:nvCxnSpPr>
        <p:spPr>
          <a:xfrm>
            <a:off x="6304565" y="5407706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69ACBC6-EC67-BB68-1225-F073CB3617E2}"/>
              </a:ext>
            </a:extLst>
          </p:cNvPr>
          <p:cNvSpPr/>
          <p:nvPr/>
        </p:nvSpPr>
        <p:spPr>
          <a:xfrm>
            <a:off x="8004354" y="5115345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1AB254-CC42-9A71-447D-681068895DE6}"/>
              </a:ext>
            </a:extLst>
          </p:cNvPr>
          <p:cNvSpPr/>
          <p:nvPr/>
        </p:nvSpPr>
        <p:spPr>
          <a:xfrm>
            <a:off x="734707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1D72228-05AF-8C87-6166-AE31704C833B}"/>
              </a:ext>
            </a:extLst>
          </p:cNvPr>
          <p:cNvSpPr/>
          <p:nvPr/>
        </p:nvSpPr>
        <p:spPr>
          <a:xfrm>
            <a:off x="1722814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0D59EF-6874-A11F-18E1-D51A0370EFE3}"/>
              </a:ext>
            </a:extLst>
          </p:cNvPr>
          <p:cNvSpPr txBox="1"/>
          <p:nvPr/>
        </p:nvSpPr>
        <p:spPr>
          <a:xfrm>
            <a:off x="1532796" y="597812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519F5-BD61-CC76-A810-0D765D0FBF77}"/>
              </a:ext>
            </a:extLst>
          </p:cNvPr>
          <p:cNvSpPr txBox="1"/>
          <p:nvPr/>
        </p:nvSpPr>
        <p:spPr>
          <a:xfrm>
            <a:off x="3666408" y="641120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tail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6B2EAA-9B68-C5F4-40BB-9CA4F2791418}"/>
              </a:ext>
            </a:extLst>
          </p:cNvPr>
          <p:cNvSpPr/>
          <p:nvPr/>
        </p:nvSpPr>
        <p:spPr>
          <a:xfrm>
            <a:off x="1280379" y="3897883"/>
            <a:ext cx="1732137" cy="306565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71F5841-E3E5-87D7-D6A4-CFD1FA08CB16}"/>
              </a:ext>
            </a:extLst>
          </p:cNvPr>
          <p:cNvGrpSpPr/>
          <p:nvPr/>
        </p:nvGrpSpPr>
        <p:grpSpPr>
          <a:xfrm>
            <a:off x="5894048" y="4964862"/>
            <a:ext cx="3178233" cy="899585"/>
            <a:chOff x="1527308" y="4864798"/>
            <a:chExt cx="3178233" cy="89958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B0E3D61-16A7-E84C-6DB4-19A2BBD33830}"/>
                </a:ext>
              </a:extLst>
            </p:cNvPr>
            <p:cNvSpPr txBox="1"/>
            <p:nvPr/>
          </p:nvSpPr>
          <p:spPr>
            <a:xfrm>
              <a:off x="1527308" y="4899932"/>
              <a:ext cx="573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2CC1D50-938C-ED7F-2CF0-A9AE9CD796DE}"/>
                </a:ext>
              </a:extLst>
            </p:cNvPr>
            <p:cNvSpPr/>
            <p:nvPr/>
          </p:nvSpPr>
          <p:spPr>
            <a:xfrm>
              <a:off x="1649506" y="4864798"/>
              <a:ext cx="3056035" cy="899585"/>
            </a:xfrm>
            <a:prstGeom prst="rect">
              <a:avLst/>
            </a:prstGeom>
            <a:solidFill>
              <a:schemeClr val="accent4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0772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41A55F4-F295-8B83-DBC5-1C5E47B82FD4}"/>
              </a:ext>
            </a:extLst>
          </p:cNvPr>
          <p:cNvGrpSpPr/>
          <p:nvPr/>
        </p:nvGrpSpPr>
        <p:grpSpPr>
          <a:xfrm>
            <a:off x="1715206" y="6136419"/>
            <a:ext cx="2611878" cy="584722"/>
            <a:chOff x="1715206" y="6136419"/>
            <a:chExt cx="2611878" cy="58472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8693504-4E17-34C5-79B7-D10917D645F0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710FE1-57A3-EB5B-7639-63297BA191F7}"/>
                </a:ext>
              </a:extLst>
            </p:cNvPr>
            <p:cNvSpPr/>
            <p:nvPr/>
          </p:nvSpPr>
          <p:spPr>
            <a:xfrm>
              <a:off x="3012516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64</a:t>
              </a:r>
              <a:endPara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50CA0F9-F6BC-F02F-F507-146C743AF65A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1905694" y="6428779"/>
              <a:ext cx="1106822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AB57825-EA3C-8F0D-4009-BE195FFCE6E2}"/>
                </a:ext>
              </a:extLst>
            </p:cNvPr>
            <p:cNvSpPr/>
            <p:nvPr/>
          </p:nvSpPr>
          <p:spPr>
            <a:xfrm>
              <a:off x="1715206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2F3A20-9174-689B-A821-8DA6A3EA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Walking Through: Copying Squares to a New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71EB6-6E42-3104-19DC-5A57FEC8032D}"/>
              </a:ext>
            </a:extLst>
          </p:cNvPr>
          <p:cNvSpPr txBox="1"/>
          <p:nvPr/>
        </p:nvSpPr>
        <p:spPr>
          <a:xfrm>
            <a:off x="803155" y="1139111"/>
            <a:ext cx="611417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copying squares (iteration)</a:t>
            </a:r>
            <a:endParaRPr lang="en-US" sz="15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squares_copy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in){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tail;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tail of "out"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(in) { 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item = cons((in-&gt;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)*(in-&gt;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(out)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not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tail-&gt;next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out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  tail = item;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 = in-&gt;next;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1047F19-1AF8-9EB7-0B75-51B083323983}"/>
              </a:ext>
            </a:extLst>
          </p:cNvPr>
          <p:cNvGrpSpPr/>
          <p:nvPr/>
        </p:nvGrpSpPr>
        <p:grpSpPr>
          <a:xfrm>
            <a:off x="3669800" y="6136419"/>
            <a:ext cx="2857745" cy="584722"/>
            <a:chOff x="3669800" y="6136419"/>
            <a:chExt cx="2857745" cy="58472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1E07E69-C39B-90CF-E884-F79C91D70A37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F743EAA-759A-37FE-5207-05E79253B140}"/>
                </a:ext>
              </a:extLst>
            </p:cNvPr>
            <p:cNvSpPr/>
            <p:nvPr/>
          </p:nvSpPr>
          <p:spPr>
            <a:xfrm>
              <a:off x="5870261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FE2B4C0-4334-8249-3906-D1D5E243FB21}"/>
                </a:ext>
              </a:extLst>
            </p:cNvPr>
            <p:cNvSpPr/>
            <p:nvPr/>
          </p:nvSpPr>
          <p:spPr>
            <a:xfrm>
              <a:off x="3917832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C39AE75-D399-7788-AF1A-CBC4FF1C1C5E}"/>
                </a:ext>
              </a:extLst>
            </p:cNvPr>
            <p:cNvCxnSpPr>
              <a:cxnSpLocks/>
              <a:stCxn id="11" idx="6"/>
              <a:endCxn id="14" idx="1"/>
            </p:cNvCxnSpPr>
            <p:nvPr/>
          </p:nvCxnSpPr>
          <p:spPr>
            <a:xfrm>
              <a:off x="4100712" y="6428779"/>
              <a:ext cx="1115657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3D7E9C-F52B-1726-D0E2-5B10E89FDAB2}"/>
                </a:ext>
              </a:extLst>
            </p:cNvPr>
            <p:cNvSpPr/>
            <p:nvPr/>
          </p:nvSpPr>
          <p:spPr>
            <a:xfrm>
              <a:off x="5216369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81</a:t>
              </a:r>
              <a:endParaRPr lang="en-US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71398DB-2766-1C20-9114-48D4D9518B34}"/>
              </a:ext>
            </a:extLst>
          </p:cNvPr>
          <p:cNvSpPr/>
          <p:nvPr/>
        </p:nvSpPr>
        <p:spPr>
          <a:xfrm>
            <a:off x="366980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487F8E-AE24-6604-7A45-79B98AF7E160}"/>
              </a:ext>
            </a:extLst>
          </p:cNvPr>
          <p:cNvSpPr/>
          <p:nvPr/>
        </p:nvSpPr>
        <p:spPr>
          <a:xfrm>
            <a:off x="3012516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1E17DB-92A4-1C16-B811-84EAC8B1BBCA}"/>
              </a:ext>
            </a:extLst>
          </p:cNvPr>
          <p:cNvSpPr/>
          <p:nvPr/>
        </p:nvSpPr>
        <p:spPr>
          <a:xfrm>
            <a:off x="3917832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4C32FB-1993-FA20-32EC-97D5F59E5DBC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4100712" y="5407705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939D0B-B5B0-1F3A-8FD6-4B23BA2D26A3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905694" y="5407705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C40F809-0AC3-F249-6BD2-BC8EFCE240D7}"/>
              </a:ext>
            </a:extLst>
          </p:cNvPr>
          <p:cNvSpPr/>
          <p:nvPr/>
        </p:nvSpPr>
        <p:spPr>
          <a:xfrm>
            <a:off x="5873653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E73794-0E4B-74D8-B8C5-1D6B7D6B45B5}"/>
              </a:ext>
            </a:extLst>
          </p:cNvPr>
          <p:cNvSpPr/>
          <p:nvPr/>
        </p:nvSpPr>
        <p:spPr>
          <a:xfrm>
            <a:off x="5216369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BEDCF2-1593-9775-054D-A6108145F370}"/>
              </a:ext>
            </a:extLst>
          </p:cNvPr>
          <p:cNvSpPr/>
          <p:nvPr/>
        </p:nvSpPr>
        <p:spPr>
          <a:xfrm>
            <a:off x="6121685" y="531626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E4F72A-017F-4CB1-E50D-226A2A3F1F24}"/>
              </a:ext>
            </a:extLst>
          </p:cNvPr>
          <p:cNvCxnSpPr>
            <a:cxnSpLocks/>
            <a:stCxn id="22" idx="6"/>
            <a:endCxn id="25" idx="1"/>
          </p:cNvCxnSpPr>
          <p:nvPr/>
        </p:nvCxnSpPr>
        <p:spPr>
          <a:xfrm>
            <a:off x="6304565" y="5407706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69ACBC6-EC67-BB68-1225-F073CB3617E2}"/>
              </a:ext>
            </a:extLst>
          </p:cNvPr>
          <p:cNvSpPr/>
          <p:nvPr/>
        </p:nvSpPr>
        <p:spPr>
          <a:xfrm>
            <a:off x="8004354" y="5115345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1AB254-CC42-9A71-447D-681068895DE6}"/>
              </a:ext>
            </a:extLst>
          </p:cNvPr>
          <p:cNvSpPr/>
          <p:nvPr/>
        </p:nvSpPr>
        <p:spPr>
          <a:xfrm>
            <a:off x="734707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1D72228-05AF-8C87-6166-AE31704C833B}"/>
              </a:ext>
            </a:extLst>
          </p:cNvPr>
          <p:cNvSpPr/>
          <p:nvPr/>
        </p:nvSpPr>
        <p:spPr>
          <a:xfrm>
            <a:off x="1722814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0D59EF-6874-A11F-18E1-D51A0370EFE3}"/>
              </a:ext>
            </a:extLst>
          </p:cNvPr>
          <p:cNvSpPr txBox="1"/>
          <p:nvPr/>
        </p:nvSpPr>
        <p:spPr>
          <a:xfrm>
            <a:off x="1532796" y="597812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519F5-BD61-CC76-A810-0D765D0FBF77}"/>
              </a:ext>
            </a:extLst>
          </p:cNvPr>
          <p:cNvSpPr txBox="1"/>
          <p:nvPr/>
        </p:nvSpPr>
        <p:spPr>
          <a:xfrm>
            <a:off x="3666408" y="641120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tail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71F5841-E3E5-87D7-D6A4-CFD1FA08CB16}"/>
              </a:ext>
            </a:extLst>
          </p:cNvPr>
          <p:cNvGrpSpPr/>
          <p:nvPr/>
        </p:nvGrpSpPr>
        <p:grpSpPr>
          <a:xfrm>
            <a:off x="5894048" y="4964862"/>
            <a:ext cx="3178233" cy="899585"/>
            <a:chOff x="1527308" y="4864798"/>
            <a:chExt cx="3178233" cy="89958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B0E3D61-16A7-E84C-6DB4-19A2BBD33830}"/>
                </a:ext>
              </a:extLst>
            </p:cNvPr>
            <p:cNvSpPr txBox="1"/>
            <p:nvPr/>
          </p:nvSpPr>
          <p:spPr>
            <a:xfrm>
              <a:off x="1527308" y="4899932"/>
              <a:ext cx="573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2CC1D50-938C-ED7F-2CF0-A9AE9CD796DE}"/>
                </a:ext>
              </a:extLst>
            </p:cNvPr>
            <p:cNvSpPr/>
            <p:nvPr/>
          </p:nvSpPr>
          <p:spPr>
            <a:xfrm>
              <a:off x="1649506" y="4864798"/>
              <a:ext cx="3056035" cy="899585"/>
            </a:xfrm>
            <a:prstGeom prst="rect">
              <a:avLst/>
            </a:prstGeom>
            <a:solidFill>
              <a:schemeClr val="accent4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F290C85F-088E-22B4-AB97-9347E22879F6}"/>
              </a:ext>
            </a:extLst>
          </p:cNvPr>
          <p:cNvSpPr/>
          <p:nvPr/>
        </p:nvSpPr>
        <p:spPr>
          <a:xfrm>
            <a:off x="1280379" y="2285935"/>
            <a:ext cx="4519785" cy="27928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0540E3-7B48-5F7D-9585-915A1056BDC1}"/>
              </a:ext>
            </a:extLst>
          </p:cNvPr>
          <p:cNvSpPr/>
          <p:nvPr/>
        </p:nvSpPr>
        <p:spPr>
          <a:xfrm>
            <a:off x="1527308" y="2732709"/>
            <a:ext cx="2142492" cy="279288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174B9BC-F7C2-4E1E-AA60-0DD6FD9AF65A}"/>
              </a:ext>
            </a:extLst>
          </p:cNvPr>
          <p:cNvGrpSpPr/>
          <p:nvPr/>
        </p:nvGrpSpPr>
        <p:grpSpPr>
          <a:xfrm>
            <a:off x="5873653" y="6136419"/>
            <a:ext cx="3092227" cy="584722"/>
            <a:chOff x="5873653" y="6136419"/>
            <a:chExt cx="3092227" cy="58472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A2B5B38-0E28-4D83-EBC8-918DFD0C67B4}"/>
                </a:ext>
              </a:extLst>
            </p:cNvPr>
            <p:cNvSpPr/>
            <p:nvPr/>
          </p:nvSpPr>
          <p:spPr>
            <a:xfrm>
              <a:off x="5873653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D363213-DBF9-B753-E60D-C01651622CDB}"/>
                </a:ext>
              </a:extLst>
            </p:cNvPr>
            <p:cNvSpPr/>
            <p:nvPr/>
          </p:nvSpPr>
          <p:spPr>
            <a:xfrm>
              <a:off x="6121685" y="6337340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A6F0032-6DAA-DB01-7D45-16027F9B28D1}"/>
                </a:ext>
              </a:extLst>
            </p:cNvPr>
            <p:cNvCxnSpPr>
              <a:cxnSpLocks/>
              <a:stCxn id="32" idx="6"/>
              <a:endCxn id="35" idx="1"/>
            </p:cNvCxnSpPr>
            <p:nvPr/>
          </p:nvCxnSpPr>
          <p:spPr>
            <a:xfrm>
              <a:off x="6304565" y="6428780"/>
              <a:ext cx="1042505" cy="0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8D43016-2883-B585-B2BE-5762D5D0A140}"/>
                </a:ext>
              </a:extLst>
            </p:cNvPr>
            <p:cNvSpPr/>
            <p:nvPr/>
          </p:nvSpPr>
          <p:spPr>
            <a:xfrm>
              <a:off x="8004354" y="6136419"/>
              <a:ext cx="961526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324A5CD-1C28-552F-B2F2-1450416E0FFC}"/>
                </a:ext>
              </a:extLst>
            </p:cNvPr>
            <p:cNvSpPr/>
            <p:nvPr/>
          </p:nvSpPr>
          <p:spPr>
            <a:xfrm>
              <a:off x="734707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100</a:t>
              </a:r>
              <a:endParaRPr lang="en-US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9846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41A55F4-F295-8B83-DBC5-1C5E47B82FD4}"/>
              </a:ext>
            </a:extLst>
          </p:cNvPr>
          <p:cNvGrpSpPr/>
          <p:nvPr/>
        </p:nvGrpSpPr>
        <p:grpSpPr>
          <a:xfrm>
            <a:off x="1715206" y="6136419"/>
            <a:ext cx="2611878" cy="584722"/>
            <a:chOff x="1715206" y="6136419"/>
            <a:chExt cx="2611878" cy="58472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8693504-4E17-34C5-79B7-D10917D645F0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710FE1-57A3-EB5B-7639-63297BA191F7}"/>
                </a:ext>
              </a:extLst>
            </p:cNvPr>
            <p:cNvSpPr/>
            <p:nvPr/>
          </p:nvSpPr>
          <p:spPr>
            <a:xfrm>
              <a:off x="3012516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64</a:t>
              </a:r>
              <a:endPara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50CA0F9-F6BC-F02F-F507-146C743AF65A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1905694" y="6428779"/>
              <a:ext cx="1106822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AB57825-EA3C-8F0D-4009-BE195FFCE6E2}"/>
                </a:ext>
              </a:extLst>
            </p:cNvPr>
            <p:cNvSpPr/>
            <p:nvPr/>
          </p:nvSpPr>
          <p:spPr>
            <a:xfrm>
              <a:off x="1715206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2F3A20-9174-689B-A821-8DA6A3EA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Walking Through: Copying Squares to a New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71EB6-6E42-3104-19DC-5A57FEC8032D}"/>
              </a:ext>
            </a:extLst>
          </p:cNvPr>
          <p:cNvSpPr txBox="1"/>
          <p:nvPr/>
        </p:nvSpPr>
        <p:spPr>
          <a:xfrm>
            <a:off x="803155" y="1139111"/>
            <a:ext cx="611417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copying squares (iteration)</a:t>
            </a:r>
            <a:endParaRPr lang="en-US" sz="15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squares_copy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in){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tail;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tail of "out"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(in) { 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item = cons((in-&gt;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)*(in-&gt;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(out)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not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tail-&gt;next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out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  tail = item;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 = in-&gt;next;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1047F19-1AF8-9EB7-0B75-51B083323983}"/>
              </a:ext>
            </a:extLst>
          </p:cNvPr>
          <p:cNvGrpSpPr/>
          <p:nvPr/>
        </p:nvGrpSpPr>
        <p:grpSpPr>
          <a:xfrm>
            <a:off x="3669800" y="6136419"/>
            <a:ext cx="2857745" cy="584722"/>
            <a:chOff x="3669800" y="6136419"/>
            <a:chExt cx="2857745" cy="58472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1E07E69-C39B-90CF-E884-F79C91D70A37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F743EAA-759A-37FE-5207-05E79253B140}"/>
                </a:ext>
              </a:extLst>
            </p:cNvPr>
            <p:cNvSpPr/>
            <p:nvPr/>
          </p:nvSpPr>
          <p:spPr>
            <a:xfrm>
              <a:off x="5870261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FE2B4C0-4334-8249-3906-D1D5E243FB21}"/>
                </a:ext>
              </a:extLst>
            </p:cNvPr>
            <p:cNvSpPr/>
            <p:nvPr/>
          </p:nvSpPr>
          <p:spPr>
            <a:xfrm>
              <a:off x="3917832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C39AE75-D399-7788-AF1A-CBC4FF1C1C5E}"/>
                </a:ext>
              </a:extLst>
            </p:cNvPr>
            <p:cNvCxnSpPr>
              <a:cxnSpLocks/>
              <a:stCxn id="11" idx="6"/>
              <a:endCxn id="14" idx="1"/>
            </p:cNvCxnSpPr>
            <p:nvPr/>
          </p:nvCxnSpPr>
          <p:spPr>
            <a:xfrm>
              <a:off x="4100712" y="6428779"/>
              <a:ext cx="1115657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3D7E9C-F52B-1726-D0E2-5B10E89FDAB2}"/>
                </a:ext>
              </a:extLst>
            </p:cNvPr>
            <p:cNvSpPr/>
            <p:nvPr/>
          </p:nvSpPr>
          <p:spPr>
            <a:xfrm>
              <a:off x="5216369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81</a:t>
              </a:r>
              <a:endParaRPr lang="en-US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71398DB-2766-1C20-9114-48D4D9518B34}"/>
              </a:ext>
            </a:extLst>
          </p:cNvPr>
          <p:cNvSpPr/>
          <p:nvPr/>
        </p:nvSpPr>
        <p:spPr>
          <a:xfrm>
            <a:off x="366980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487F8E-AE24-6604-7A45-79B98AF7E160}"/>
              </a:ext>
            </a:extLst>
          </p:cNvPr>
          <p:cNvSpPr/>
          <p:nvPr/>
        </p:nvSpPr>
        <p:spPr>
          <a:xfrm>
            <a:off x="3012516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1E17DB-92A4-1C16-B811-84EAC8B1BBCA}"/>
              </a:ext>
            </a:extLst>
          </p:cNvPr>
          <p:cNvSpPr/>
          <p:nvPr/>
        </p:nvSpPr>
        <p:spPr>
          <a:xfrm>
            <a:off x="3917832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4C32FB-1993-FA20-32EC-97D5F59E5DBC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4100712" y="5407705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939D0B-B5B0-1F3A-8FD6-4B23BA2D26A3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905694" y="5407705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C40F809-0AC3-F249-6BD2-BC8EFCE240D7}"/>
              </a:ext>
            </a:extLst>
          </p:cNvPr>
          <p:cNvSpPr/>
          <p:nvPr/>
        </p:nvSpPr>
        <p:spPr>
          <a:xfrm>
            <a:off x="5873653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E73794-0E4B-74D8-B8C5-1D6B7D6B45B5}"/>
              </a:ext>
            </a:extLst>
          </p:cNvPr>
          <p:cNvSpPr/>
          <p:nvPr/>
        </p:nvSpPr>
        <p:spPr>
          <a:xfrm>
            <a:off x="5216369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BEDCF2-1593-9775-054D-A6108145F370}"/>
              </a:ext>
            </a:extLst>
          </p:cNvPr>
          <p:cNvSpPr/>
          <p:nvPr/>
        </p:nvSpPr>
        <p:spPr>
          <a:xfrm>
            <a:off x="6121685" y="531626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E4F72A-017F-4CB1-E50D-226A2A3F1F24}"/>
              </a:ext>
            </a:extLst>
          </p:cNvPr>
          <p:cNvCxnSpPr>
            <a:cxnSpLocks/>
            <a:stCxn id="22" idx="6"/>
            <a:endCxn id="25" idx="1"/>
          </p:cNvCxnSpPr>
          <p:nvPr/>
        </p:nvCxnSpPr>
        <p:spPr>
          <a:xfrm>
            <a:off x="6304565" y="5407706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69ACBC6-EC67-BB68-1225-F073CB3617E2}"/>
              </a:ext>
            </a:extLst>
          </p:cNvPr>
          <p:cNvSpPr/>
          <p:nvPr/>
        </p:nvSpPr>
        <p:spPr>
          <a:xfrm>
            <a:off x="8004354" y="5115345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1AB254-CC42-9A71-447D-681068895DE6}"/>
              </a:ext>
            </a:extLst>
          </p:cNvPr>
          <p:cNvSpPr/>
          <p:nvPr/>
        </p:nvSpPr>
        <p:spPr>
          <a:xfrm>
            <a:off x="734707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1D72228-05AF-8C87-6166-AE31704C833B}"/>
              </a:ext>
            </a:extLst>
          </p:cNvPr>
          <p:cNvSpPr/>
          <p:nvPr/>
        </p:nvSpPr>
        <p:spPr>
          <a:xfrm>
            <a:off x="1722814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0D59EF-6874-A11F-18E1-D51A0370EFE3}"/>
              </a:ext>
            </a:extLst>
          </p:cNvPr>
          <p:cNvSpPr txBox="1"/>
          <p:nvPr/>
        </p:nvSpPr>
        <p:spPr>
          <a:xfrm>
            <a:off x="1532796" y="597812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71F5841-E3E5-87D7-D6A4-CFD1FA08CB16}"/>
              </a:ext>
            </a:extLst>
          </p:cNvPr>
          <p:cNvGrpSpPr/>
          <p:nvPr/>
        </p:nvGrpSpPr>
        <p:grpSpPr>
          <a:xfrm>
            <a:off x="5894048" y="4964862"/>
            <a:ext cx="3178233" cy="899585"/>
            <a:chOff x="1527308" y="4864798"/>
            <a:chExt cx="3178233" cy="89958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B0E3D61-16A7-E84C-6DB4-19A2BBD33830}"/>
                </a:ext>
              </a:extLst>
            </p:cNvPr>
            <p:cNvSpPr txBox="1"/>
            <p:nvPr/>
          </p:nvSpPr>
          <p:spPr>
            <a:xfrm>
              <a:off x="1527308" y="4899932"/>
              <a:ext cx="573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2CC1D50-938C-ED7F-2CF0-A9AE9CD796DE}"/>
                </a:ext>
              </a:extLst>
            </p:cNvPr>
            <p:cNvSpPr/>
            <p:nvPr/>
          </p:nvSpPr>
          <p:spPr>
            <a:xfrm>
              <a:off x="1649506" y="4864798"/>
              <a:ext cx="3056035" cy="899585"/>
            </a:xfrm>
            <a:prstGeom prst="rect">
              <a:avLst/>
            </a:prstGeom>
            <a:solidFill>
              <a:schemeClr val="accent4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174B9BC-F7C2-4E1E-AA60-0DD6FD9AF65A}"/>
              </a:ext>
            </a:extLst>
          </p:cNvPr>
          <p:cNvGrpSpPr/>
          <p:nvPr/>
        </p:nvGrpSpPr>
        <p:grpSpPr>
          <a:xfrm>
            <a:off x="5873653" y="6136419"/>
            <a:ext cx="3092227" cy="584722"/>
            <a:chOff x="5873653" y="6136419"/>
            <a:chExt cx="3092227" cy="58472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A2B5B38-0E28-4D83-EBC8-918DFD0C67B4}"/>
                </a:ext>
              </a:extLst>
            </p:cNvPr>
            <p:cNvSpPr/>
            <p:nvPr/>
          </p:nvSpPr>
          <p:spPr>
            <a:xfrm>
              <a:off x="5873653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D363213-DBF9-B753-E60D-C01651622CDB}"/>
                </a:ext>
              </a:extLst>
            </p:cNvPr>
            <p:cNvSpPr/>
            <p:nvPr/>
          </p:nvSpPr>
          <p:spPr>
            <a:xfrm>
              <a:off x="6121685" y="6337340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A6F0032-6DAA-DB01-7D45-16027F9B28D1}"/>
                </a:ext>
              </a:extLst>
            </p:cNvPr>
            <p:cNvCxnSpPr>
              <a:cxnSpLocks/>
              <a:stCxn id="32" idx="6"/>
              <a:endCxn id="35" idx="1"/>
            </p:cNvCxnSpPr>
            <p:nvPr/>
          </p:nvCxnSpPr>
          <p:spPr>
            <a:xfrm>
              <a:off x="6304565" y="6428780"/>
              <a:ext cx="1042505" cy="0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8D43016-2883-B585-B2BE-5762D5D0A140}"/>
                </a:ext>
              </a:extLst>
            </p:cNvPr>
            <p:cNvSpPr/>
            <p:nvPr/>
          </p:nvSpPr>
          <p:spPr>
            <a:xfrm>
              <a:off x="8004354" y="6136419"/>
              <a:ext cx="961526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324A5CD-1C28-552F-B2F2-1450416E0FFC}"/>
                </a:ext>
              </a:extLst>
            </p:cNvPr>
            <p:cNvSpPr/>
            <p:nvPr/>
          </p:nvSpPr>
          <p:spPr>
            <a:xfrm>
              <a:off x="734707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100</a:t>
              </a:r>
              <a:endParaRPr lang="en-US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72B392A-5591-CDD9-7111-545E5A1E30A7}"/>
              </a:ext>
            </a:extLst>
          </p:cNvPr>
          <p:cNvSpPr/>
          <p:nvPr/>
        </p:nvSpPr>
        <p:spPr>
          <a:xfrm>
            <a:off x="1280379" y="3655835"/>
            <a:ext cx="1732137" cy="306565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0094BC-4E92-486B-5C31-440E9B6B993A}"/>
              </a:ext>
            </a:extLst>
          </p:cNvPr>
          <p:cNvSpPr txBox="1"/>
          <p:nvPr/>
        </p:nvSpPr>
        <p:spPr>
          <a:xfrm>
            <a:off x="5840415" y="6421492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tail</a:t>
            </a:r>
          </a:p>
        </p:txBody>
      </p:sp>
    </p:spTree>
    <p:extLst>
      <p:ext uri="{BB962C8B-B14F-4D97-AF65-F5344CB8AC3E}">
        <p14:creationId xmlns:p14="http://schemas.microsoft.com/office/powerpoint/2010/main" val="2716221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41A55F4-F295-8B83-DBC5-1C5E47B82FD4}"/>
              </a:ext>
            </a:extLst>
          </p:cNvPr>
          <p:cNvGrpSpPr/>
          <p:nvPr/>
        </p:nvGrpSpPr>
        <p:grpSpPr>
          <a:xfrm>
            <a:off x="1715206" y="6136419"/>
            <a:ext cx="2611878" cy="584722"/>
            <a:chOff x="1715206" y="6136419"/>
            <a:chExt cx="2611878" cy="58472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8693504-4E17-34C5-79B7-D10917D645F0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710FE1-57A3-EB5B-7639-63297BA191F7}"/>
                </a:ext>
              </a:extLst>
            </p:cNvPr>
            <p:cNvSpPr/>
            <p:nvPr/>
          </p:nvSpPr>
          <p:spPr>
            <a:xfrm>
              <a:off x="3012516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64</a:t>
              </a:r>
              <a:endPara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50CA0F9-F6BC-F02F-F507-146C743AF65A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1905694" y="6428779"/>
              <a:ext cx="1106822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AB57825-EA3C-8F0D-4009-BE195FFCE6E2}"/>
                </a:ext>
              </a:extLst>
            </p:cNvPr>
            <p:cNvSpPr/>
            <p:nvPr/>
          </p:nvSpPr>
          <p:spPr>
            <a:xfrm>
              <a:off x="1715206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2F3A20-9174-689B-A821-8DA6A3EA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Walking Through: Copying Squares to a New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71EB6-6E42-3104-19DC-5A57FEC8032D}"/>
              </a:ext>
            </a:extLst>
          </p:cNvPr>
          <p:cNvSpPr txBox="1"/>
          <p:nvPr/>
        </p:nvSpPr>
        <p:spPr>
          <a:xfrm>
            <a:off x="803155" y="1139111"/>
            <a:ext cx="611417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copying squares (iteration)</a:t>
            </a:r>
            <a:endParaRPr lang="en-US" sz="15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squares_copy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in){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tail;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tail of "out"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(in) { 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item = cons((in-&gt;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)*(in-&gt;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(out)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not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tail-&gt;next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out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  tail = item;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 = in-&gt;next;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1047F19-1AF8-9EB7-0B75-51B083323983}"/>
              </a:ext>
            </a:extLst>
          </p:cNvPr>
          <p:cNvGrpSpPr/>
          <p:nvPr/>
        </p:nvGrpSpPr>
        <p:grpSpPr>
          <a:xfrm>
            <a:off x="3669800" y="6136419"/>
            <a:ext cx="2857745" cy="584722"/>
            <a:chOff x="3669800" y="6136419"/>
            <a:chExt cx="2857745" cy="58472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1E07E69-C39B-90CF-E884-F79C91D70A37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F743EAA-759A-37FE-5207-05E79253B140}"/>
                </a:ext>
              </a:extLst>
            </p:cNvPr>
            <p:cNvSpPr/>
            <p:nvPr/>
          </p:nvSpPr>
          <p:spPr>
            <a:xfrm>
              <a:off x="5870261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FE2B4C0-4334-8249-3906-D1D5E243FB21}"/>
                </a:ext>
              </a:extLst>
            </p:cNvPr>
            <p:cNvSpPr/>
            <p:nvPr/>
          </p:nvSpPr>
          <p:spPr>
            <a:xfrm>
              <a:off x="3917832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C39AE75-D399-7788-AF1A-CBC4FF1C1C5E}"/>
                </a:ext>
              </a:extLst>
            </p:cNvPr>
            <p:cNvCxnSpPr>
              <a:cxnSpLocks/>
              <a:stCxn id="11" idx="6"/>
              <a:endCxn id="14" idx="1"/>
            </p:cNvCxnSpPr>
            <p:nvPr/>
          </p:nvCxnSpPr>
          <p:spPr>
            <a:xfrm>
              <a:off x="4100712" y="6428779"/>
              <a:ext cx="1115657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3D7E9C-F52B-1726-D0E2-5B10E89FDAB2}"/>
                </a:ext>
              </a:extLst>
            </p:cNvPr>
            <p:cNvSpPr/>
            <p:nvPr/>
          </p:nvSpPr>
          <p:spPr>
            <a:xfrm>
              <a:off x="5216369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81</a:t>
              </a:r>
              <a:endParaRPr lang="en-US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71398DB-2766-1C20-9114-48D4D9518B34}"/>
              </a:ext>
            </a:extLst>
          </p:cNvPr>
          <p:cNvSpPr/>
          <p:nvPr/>
        </p:nvSpPr>
        <p:spPr>
          <a:xfrm>
            <a:off x="366980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487F8E-AE24-6604-7A45-79B98AF7E160}"/>
              </a:ext>
            </a:extLst>
          </p:cNvPr>
          <p:cNvSpPr/>
          <p:nvPr/>
        </p:nvSpPr>
        <p:spPr>
          <a:xfrm>
            <a:off x="3012516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1E17DB-92A4-1C16-B811-84EAC8B1BBCA}"/>
              </a:ext>
            </a:extLst>
          </p:cNvPr>
          <p:cNvSpPr/>
          <p:nvPr/>
        </p:nvSpPr>
        <p:spPr>
          <a:xfrm>
            <a:off x="3917832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4C32FB-1993-FA20-32EC-97D5F59E5DBC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4100712" y="5407705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939D0B-B5B0-1F3A-8FD6-4B23BA2D26A3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905694" y="5407705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C40F809-0AC3-F249-6BD2-BC8EFCE240D7}"/>
              </a:ext>
            </a:extLst>
          </p:cNvPr>
          <p:cNvSpPr/>
          <p:nvPr/>
        </p:nvSpPr>
        <p:spPr>
          <a:xfrm>
            <a:off x="5873653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E73794-0E4B-74D8-B8C5-1D6B7D6B45B5}"/>
              </a:ext>
            </a:extLst>
          </p:cNvPr>
          <p:cNvSpPr/>
          <p:nvPr/>
        </p:nvSpPr>
        <p:spPr>
          <a:xfrm>
            <a:off x="5216369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BEDCF2-1593-9775-054D-A6108145F370}"/>
              </a:ext>
            </a:extLst>
          </p:cNvPr>
          <p:cNvSpPr/>
          <p:nvPr/>
        </p:nvSpPr>
        <p:spPr>
          <a:xfrm>
            <a:off x="6121685" y="531626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E4F72A-017F-4CB1-E50D-226A2A3F1F24}"/>
              </a:ext>
            </a:extLst>
          </p:cNvPr>
          <p:cNvCxnSpPr>
            <a:cxnSpLocks/>
            <a:stCxn id="22" idx="6"/>
            <a:endCxn id="25" idx="1"/>
          </p:cNvCxnSpPr>
          <p:nvPr/>
        </p:nvCxnSpPr>
        <p:spPr>
          <a:xfrm>
            <a:off x="6304565" y="5407706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69ACBC6-EC67-BB68-1225-F073CB3617E2}"/>
              </a:ext>
            </a:extLst>
          </p:cNvPr>
          <p:cNvSpPr/>
          <p:nvPr/>
        </p:nvSpPr>
        <p:spPr>
          <a:xfrm>
            <a:off x="8004354" y="5115345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1AB254-CC42-9A71-447D-681068895DE6}"/>
              </a:ext>
            </a:extLst>
          </p:cNvPr>
          <p:cNvSpPr/>
          <p:nvPr/>
        </p:nvSpPr>
        <p:spPr>
          <a:xfrm>
            <a:off x="734707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1D72228-05AF-8C87-6166-AE31704C833B}"/>
              </a:ext>
            </a:extLst>
          </p:cNvPr>
          <p:cNvSpPr/>
          <p:nvPr/>
        </p:nvSpPr>
        <p:spPr>
          <a:xfrm>
            <a:off x="1722814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0D59EF-6874-A11F-18E1-D51A0370EFE3}"/>
              </a:ext>
            </a:extLst>
          </p:cNvPr>
          <p:cNvSpPr txBox="1"/>
          <p:nvPr/>
        </p:nvSpPr>
        <p:spPr>
          <a:xfrm>
            <a:off x="1532796" y="597812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174B9BC-F7C2-4E1E-AA60-0DD6FD9AF65A}"/>
              </a:ext>
            </a:extLst>
          </p:cNvPr>
          <p:cNvGrpSpPr/>
          <p:nvPr/>
        </p:nvGrpSpPr>
        <p:grpSpPr>
          <a:xfrm>
            <a:off x="5873653" y="6136419"/>
            <a:ext cx="3092227" cy="584722"/>
            <a:chOff x="5873653" y="6136419"/>
            <a:chExt cx="3092227" cy="58472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A2B5B38-0E28-4D83-EBC8-918DFD0C67B4}"/>
                </a:ext>
              </a:extLst>
            </p:cNvPr>
            <p:cNvSpPr/>
            <p:nvPr/>
          </p:nvSpPr>
          <p:spPr>
            <a:xfrm>
              <a:off x="5873653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D363213-DBF9-B753-E60D-C01651622CDB}"/>
                </a:ext>
              </a:extLst>
            </p:cNvPr>
            <p:cNvSpPr/>
            <p:nvPr/>
          </p:nvSpPr>
          <p:spPr>
            <a:xfrm>
              <a:off x="6121685" y="6337340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A6F0032-6DAA-DB01-7D45-16027F9B28D1}"/>
                </a:ext>
              </a:extLst>
            </p:cNvPr>
            <p:cNvCxnSpPr>
              <a:cxnSpLocks/>
              <a:stCxn id="32" idx="6"/>
              <a:endCxn id="35" idx="1"/>
            </p:cNvCxnSpPr>
            <p:nvPr/>
          </p:nvCxnSpPr>
          <p:spPr>
            <a:xfrm>
              <a:off x="6304565" y="6428780"/>
              <a:ext cx="1042505" cy="0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8D43016-2883-B585-B2BE-5762D5D0A140}"/>
                </a:ext>
              </a:extLst>
            </p:cNvPr>
            <p:cNvSpPr/>
            <p:nvPr/>
          </p:nvSpPr>
          <p:spPr>
            <a:xfrm>
              <a:off x="8004354" y="6136419"/>
              <a:ext cx="961526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324A5CD-1C28-552F-B2F2-1450416E0FFC}"/>
                </a:ext>
              </a:extLst>
            </p:cNvPr>
            <p:cNvSpPr/>
            <p:nvPr/>
          </p:nvSpPr>
          <p:spPr>
            <a:xfrm>
              <a:off x="734707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100</a:t>
              </a:r>
              <a:endParaRPr lang="en-US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72B392A-5591-CDD9-7111-545E5A1E30A7}"/>
              </a:ext>
            </a:extLst>
          </p:cNvPr>
          <p:cNvSpPr/>
          <p:nvPr/>
        </p:nvSpPr>
        <p:spPr>
          <a:xfrm>
            <a:off x="1280379" y="3914094"/>
            <a:ext cx="1732137" cy="306565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0094BC-4E92-486B-5C31-440E9B6B993A}"/>
              </a:ext>
            </a:extLst>
          </p:cNvPr>
          <p:cNvSpPr txBox="1"/>
          <p:nvPr/>
        </p:nvSpPr>
        <p:spPr>
          <a:xfrm>
            <a:off x="5840415" y="6421492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tail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32B5F66-A7C7-5DC5-06E8-6E3906A40DE2}"/>
              </a:ext>
            </a:extLst>
          </p:cNvPr>
          <p:cNvGrpSpPr/>
          <p:nvPr/>
        </p:nvGrpSpPr>
        <p:grpSpPr>
          <a:xfrm>
            <a:off x="8094262" y="4739195"/>
            <a:ext cx="1066901" cy="1011083"/>
            <a:chOff x="1469445" y="4706368"/>
            <a:chExt cx="1066901" cy="101108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BD3E374-C081-E269-9739-6BF90D1AE954}"/>
                </a:ext>
              </a:extLst>
            </p:cNvPr>
            <p:cNvSpPr txBox="1"/>
            <p:nvPr/>
          </p:nvSpPr>
          <p:spPr>
            <a:xfrm>
              <a:off x="1537095" y="4706368"/>
              <a:ext cx="573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9E1123B-06E3-739A-48AC-973ECDADE3D4}"/>
                </a:ext>
              </a:extLst>
            </p:cNvPr>
            <p:cNvSpPr/>
            <p:nvPr/>
          </p:nvSpPr>
          <p:spPr>
            <a:xfrm>
              <a:off x="1469445" y="4817866"/>
              <a:ext cx="1066901" cy="899585"/>
            </a:xfrm>
            <a:prstGeom prst="rect">
              <a:avLst/>
            </a:prstGeom>
            <a:solidFill>
              <a:schemeClr val="accent4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6122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41A55F4-F295-8B83-DBC5-1C5E47B82FD4}"/>
              </a:ext>
            </a:extLst>
          </p:cNvPr>
          <p:cNvGrpSpPr/>
          <p:nvPr/>
        </p:nvGrpSpPr>
        <p:grpSpPr>
          <a:xfrm>
            <a:off x="1715206" y="6136419"/>
            <a:ext cx="2611878" cy="584722"/>
            <a:chOff x="1715206" y="6136419"/>
            <a:chExt cx="2611878" cy="584722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8693504-4E17-34C5-79B7-D10917D645F0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710FE1-57A3-EB5B-7639-63297BA191F7}"/>
                </a:ext>
              </a:extLst>
            </p:cNvPr>
            <p:cNvSpPr/>
            <p:nvPr/>
          </p:nvSpPr>
          <p:spPr>
            <a:xfrm>
              <a:off x="3012516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64</a:t>
              </a:r>
              <a:endPara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50CA0F9-F6BC-F02F-F507-146C743AF65A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1905694" y="6428779"/>
              <a:ext cx="1106822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AB57825-EA3C-8F0D-4009-BE195FFCE6E2}"/>
                </a:ext>
              </a:extLst>
            </p:cNvPr>
            <p:cNvSpPr/>
            <p:nvPr/>
          </p:nvSpPr>
          <p:spPr>
            <a:xfrm>
              <a:off x="1715206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2F3A20-9174-689B-A821-8DA6A3EA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Walking Through: Copying Squares to a New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71EB6-6E42-3104-19DC-5A57FEC8032D}"/>
              </a:ext>
            </a:extLst>
          </p:cNvPr>
          <p:cNvSpPr txBox="1"/>
          <p:nvPr/>
        </p:nvSpPr>
        <p:spPr>
          <a:xfrm>
            <a:off x="803155" y="1139111"/>
            <a:ext cx="611417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copying squares (iteration)</a:t>
            </a:r>
            <a:endParaRPr lang="en-US" sz="15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squares_copy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in){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tail;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tail of "out"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(in) { 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40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50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item 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 cons((in-&gt;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)*(in-&gt;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(out)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not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tail-&gt;next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US" sz="15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first element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out = item;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  tail = item;</a:t>
            </a:r>
            <a:endParaRPr lang="en-US" sz="15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 = in-&gt;next;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1047F19-1AF8-9EB7-0B75-51B083323983}"/>
              </a:ext>
            </a:extLst>
          </p:cNvPr>
          <p:cNvGrpSpPr/>
          <p:nvPr/>
        </p:nvGrpSpPr>
        <p:grpSpPr>
          <a:xfrm>
            <a:off x="3669800" y="6136419"/>
            <a:ext cx="2857745" cy="584722"/>
            <a:chOff x="3669800" y="6136419"/>
            <a:chExt cx="2857745" cy="58472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1E07E69-C39B-90CF-E884-F79C91D70A37}"/>
                </a:ext>
              </a:extLst>
            </p:cNvPr>
            <p:cNvSpPr/>
            <p:nvPr/>
          </p:nvSpPr>
          <p:spPr>
            <a:xfrm>
              <a:off x="366980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F743EAA-759A-37FE-5207-05E79253B140}"/>
                </a:ext>
              </a:extLst>
            </p:cNvPr>
            <p:cNvSpPr/>
            <p:nvPr/>
          </p:nvSpPr>
          <p:spPr>
            <a:xfrm>
              <a:off x="5870261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FE2B4C0-4334-8249-3906-D1D5E243FB21}"/>
                </a:ext>
              </a:extLst>
            </p:cNvPr>
            <p:cNvSpPr/>
            <p:nvPr/>
          </p:nvSpPr>
          <p:spPr>
            <a:xfrm>
              <a:off x="3917832" y="6337339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C39AE75-D399-7788-AF1A-CBC4FF1C1C5E}"/>
                </a:ext>
              </a:extLst>
            </p:cNvPr>
            <p:cNvCxnSpPr>
              <a:cxnSpLocks/>
              <a:stCxn id="11" idx="6"/>
              <a:endCxn id="14" idx="1"/>
            </p:cNvCxnSpPr>
            <p:nvPr/>
          </p:nvCxnSpPr>
          <p:spPr>
            <a:xfrm>
              <a:off x="4100712" y="6428779"/>
              <a:ext cx="1115657" cy="1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3D7E9C-F52B-1726-D0E2-5B10E89FDAB2}"/>
                </a:ext>
              </a:extLst>
            </p:cNvPr>
            <p:cNvSpPr/>
            <p:nvPr/>
          </p:nvSpPr>
          <p:spPr>
            <a:xfrm>
              <a:off x="5216369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81</a:t>
              </a:r>
              <a:endParaRPr lang="en-US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71398DB-2766-1C20-9114-48D4D9518B34}"/>
              </a:ext>
            </a:extLst>
          </p:cNvPr>
          <p:cNvSpPr/>
          <p:nvPr/>
        </p:nvSpPr>
        <p:spPr>
          <a:xfrm>
            <a:off x="366980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487F8E-AE24-6604-7A45-79B98AF7E160}"/>
              </a:ext>
            </a:extLst>
          </p:cNvPr>
          <p:cNvSpPr/>
          <p:nvPr/>
        </p:nvSpPr>
        <p:spPr>
          <a:xfrm>
            <a:off x="3012516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1E17DB-92A4-1C16-B811-84EAC8B1BBCA}"/>
              </a:ext>
            </a:extLst>
          </p:cNvPr>
          <p:cNvSpPr/>
          <p:nvPr/>
        </p:nvSpPr>
        <p:spPr>
          <a:xfrm>
            <a:off x="3917832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4C32FB-1993-FA20-32EC-97D5F59E5DBC}"/>
              </a:ext>
            </a:extLst>
          </p:cNvPr>
          <p:cNvCxnSpPr>
            <a:cxnSpLocks/>
            <a:stCxn id="17" idx="6"/>
            <a:endCxn id="21" idx="1"/>
          </p:cNvCxnSpPr>
          <p:nvPr/>
        </p:nvCxnSpPr>
        <p:spPr>
          <a:xfrm>
            <a:off x="4100712" y="5407705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939D0B-B5B0-1F3A-8FD6-4B23BA2D26A3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905694" y="5407705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C40F809-0AC3-F249-6BD2-BC8EFCE240D7}"/>
              </a:ext>
            </a:extLst>
          </p:cNvPr>
          <p:cNvSpPr/>
          <p:nvPr/>
        </p:nvSpPr>
        <p:spPr>
          <a:xfrm>
            <a:off x="5873653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E73794-0E4B-74D8-B8C5-1D6B7D6B45B5}"/>
              </a:ext>
            </a:extLst>
          </p:cNvPr>
          <p:cNvSpPr/>
          <p:nvPr/>
        </p:nvSpPr>
        <p:spPr>
          <a:xfrm>
            <a:off x="5216369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BEDCF2-1593-9775-054D-A6108145F370}"/>
              </a:ext>
            </a:extLst>
          </p:cNvPr>
          <p:cNvSpPr/>
          <p:nvPr/>
        </p:nvSpPr>
        <p:spPr>
          <a:xfrm>
            <a:off x="6121685" y="531626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E4F72A-017F-4CB1-E50D-226A2A3F1F24}"/>
              </a:ext>
            </a:extLst>
          </p:cNvPr>
          <p:cNvCxnSpPr>
            <a:cxnSpLocks/>
            <a:stCxn id="22" idx="6"/>
            <a:endCxn id="25" idx="1"/>
          </p:cNvCxnSpPr>
          <p:nvPr/>
        </p:nvCxnSpPr>
        <p:spPr>
          <a:xfrm>
            <a:off x="6304565" y="5407706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69ACBC6-EC67-BB68-1225-F073CB3617E2}"/>
              </a:ext>
            </a:extLst>
          </p:cNvPr>
          <p:cNvSpPr/>
          <p:nvPr/>
        </p:nvSpPr>
        <p:spPr>
          <a:xfrm>
            <a:off x="8004354" y="5115345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1AB254-CC42-9A71-447D-681068895DE6}"/>
              </a:ext>
            </a:extLst>
          </p:cNvPr>
          <p:cNvSpPr/>
          <p:nvPr/>
        </p:nvSpPr>
        <p:spPr>
          <a:xfrm>
            <a:off x="7347070" y="511534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1D72228-05AF-8C87-6166-AE31704C833B}"/>
              </a:ext>
            </a:extLst>
          </p:cNvPr>
          <p:cNvSpPr/>
          <p:nvPr/>
        </p:nvSpPr>
        <p:spPr>
          <a:xfrm>
            <a:off x="1722814" y="531626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0D59EF-6874-A11F-18E1-D51A0370EFE3}"/>
              </a:ext>
            </a:extLst>
          </p:cNvPr>
          <p:cNvSpPr txBox="1"/>
          <p:nvPr/>
        </p:nvSpPr>
        <p:spPr>
          <a:xfrm>
            <a:off x="1532796" y="597812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174B9BC-F7C2-4E1E-AA60-0DD6FD9AF65A}"/>
              </a:ext>
            </a:extLst>
          </p:cNvPr>
          <p:cNvGrpSpPr/>
          <p:nvPr/>
        </p:nvGrpSpPr>
        <p:grpSpPr>
          <a:xfrm>
            <a:off x="5873653" y="6136419"/>
            <a:ext cx="3092227" cy="584722"/>
            <a:chOff x="5873653" y="6136419"/>
            <a:chExt cx="3092227" cy="58472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A2B5B38-0E28-4D83-EBC8-918DFD0C67B4}"/>
                </a:ext>
              </a:extLst>
            </p:cNvPr>
            <p:cNvSpPr/>
            <p:nvPr/>
          </p:nvSpPr>
          <p:spPr>
            <a:xfrm>
              <a:off x="5873653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D363213-DBF9-B753-E60D-C01651622CDB}"/>
                </a:ext>
              </a:extLst>
            </p:cNvPr>
            <p:cNvSpPr/>
            <p:nvPr/>
          </p:nvSpPr>
          <p:spPr>
            <a:xfrm>
              <a:off x="6121685" y="6337340"/>
              <a:ext cx="182880" cy="18288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A6F0032-6DAA-DB01-7D45-16027F9B28D1}"/>
                </a:ext>
              </a:extLst>
            </p:cNvPr>
            <p:cNvCxnSpPr>
              <a:cxnSpLocks/>
              <a:stCxn id="32" idx="6"/>
              <a:endCxn id="35" idx="1"/>
            </p:cNvCxnSpPr>
            <p:nvPr/>
          </p:nvCxnSpPr>
          <p:spPr>
            <a:xfrm>
              <a:off x="6304565" y="6428780"/>
              <a:ext cx="1042505" cy="0"/>
            </a:xfrm>
            <a:prstGeom prst="straightConnector1">
              <a:avLst/>
            </a:prstGeom>
            <a:ln w="28575"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8D43016-2883-B585-B2BE-5762D5D0A140}"/>
                </a:ext>
              </a:extLst>
            </p:cNvPr>
            <p:cNvSpPr/>
            <p:nvPr/>
          </p:nvSpPr>
          <p:spPr>
            <a:xfrm>
              <a:off x="8004354" y="6136419"/>
              <a:ext cx="961526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NULL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324A5CD-1C28-552F-B2F2-1450416E0FFC}"/>
                </a:ext>
              </a:extLst>
            </p:cNvPr>
            <p:cNvSpPr/>
            <p:nvPr/>
          </p:nvSpPr>
          <p:spPr>
            <a:xfrm>
              <a:off x="7347070" y="6136419"/>
              <a:ext cx="657284" cy="5847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100</a:t>
              </a:r>
              <a:endParaRPr lang="en-US" i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50094BC-4E92-486B-5C31-440E9B6B993A}"/>
              </a:ext>
            </a:extLst>
          </p:cNvPr>
          <p:cNvSpPr txBox="1"/>
          <p:nvPr/>
        </p:nvSpPr>
        <p:spPr>
          <a:xfrm>
            <a:off x="5840415" y="6421492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tail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32B5F66-A7C7-5DC5-06E8-6E3906A40DE2}"/>
              </a:ext>
            </a:extLst>
          </p:cNvPr>
          <p:cNvGrpSpPr/>
          <p:nvPr/>
        </p:nvGrpSpPr>
        <p:grpSpPr>
          <a:xfrm>
            <a:off x="8094262" y="4739195"/>
            <a:ext cx="1066901" cy="1011083"/>
            <a:chOff x="1469445" y="4706368"/>
            <a:chExt cx="1066901" cy="101108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BD3E374-C081-E269-9739-6BF90D1AE954}"/>
                </a:ext>
              </a:extLst>
            </p:cNvPr>
            <p:cNvSpPr txBox="1"/>
            <p:nvPr/>
          </p:nvSpPr>
          <p:spPr>
            <a:xfrm>
              <a:off x="1537095" y="4706368"/>
              <a:ext cx="573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in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9E1123B-06E3-739A-48AC-973ECDADE3D4}"/>
                </a:ext>
              </a:extLst>
            </p:cNvPr>
            <p:cNvSpPr/>
            <p:nvPr/>
          </p:nvSpPr>
          <p:spPr>
            <a:xfrm>
              <a:off x="1469445" y="4817866"/>
              <a:ext cx="1066901" cy="899585"/>
            </a:xfrm>
            <a:prstGeom prst="rect">
              <a:avLst/>
            </a:prstGeom>
            <a:solidFill>
              <a:schemeClr val="accent4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8527F4B4-4F14-9B54-0540-860D6DA906DB}"/>
              </a:ext>
            </a:extLst>
          </p:cNvPr>
          <p:cNvSpPr/>
          <p:nvPr/>
        </p:nvSpPr>
        <p:spPr>
          <a:xfrm>
            <a:off x="989892" y="2062377"/>
            <a:ext cx="1732137" cy="306565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A769F1-2EE4-4E53-D1C0-DB1798DE25EF}"/>
              </a:ext>
            </a:extLst>
          </p:cNvPr>
          <p:cNvSpPr/>
          <p:nvPr/>
        </p:nvSpPr>
        <p:spPr>
          <a:xfrm>
            <a:off x="989891" y="4345881"/>
            <a:ext cx="1732137" cy="306565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08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E190E-B47D-46BB-196B-98E9CDBD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Copying Even Elements to a New List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6570E8-5310-13A1-35AD-95A64F91E5D1}"/>
              </a:ext>
            </a:extLst>
          </p:cNvPr>
          <p:cNvSpPr txBox="1"/>
          <p:nvPr/>
        </p:nvSpPr>
        <p:spPr>
          <a:xfrm>
            <a:off x="655216" y="3071894"/>
            <a:ext cx="5368777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finding even elements (recursion)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evens(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is_empty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(in))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%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cons(in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evens(in-&gt;next));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evens(in-&gt;next);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DC279B-7CC9-6EA2-ADFE-04E9F516ED5F}"/>
              </a:ext>
            </a:extLst>
          </p:cNvPr>
          <p:cNvSpPr/>
          <p:nvPr/>
        </p:nvSpPr>
        <p:spPr>
          <a:xfrm>
            <a:off x="3076605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D9E15E-4EB8-391B-AB78-D6DC7DC65B1B}"/>
              </a:ext>
            </a:extLst>
          </p:cNvPr>
          <p:cNvSpPr/>
          <p:nvPr/>
        </p:nvSpPr>
        <p:spPr>
          <a:xfrm>
            <a:off x="2419321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C3FD119-54B8-4DE7-A0F7-E34E8114A82B}"/>
              </a:ext>
            </a:extLst>
          </p:cNvPr>
          <p:cNvSpPr/>
          <p:nvPr/>
        </p:nvSpPr>
        <p:spPr>
          <a:xfrm>
            <a:off x="3324637" y="1498529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EAFE5E-0A05-7C3E-BBB0-EB7B1A6011EB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3507517" y="1589969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281B05-D52A-9383-96B9-3EF0CC9B149F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1312499" y="1589969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63869E3-259D-F29F-6FA2-1CA082D1F3E1}"/>
              </a:ext>
            </a:extLst>
          </p:cNvPr>
          <p:cNvSpPr/>
          <p:nvPr/>
        </p:nvSpPr>
        <p:spPr>
          <a:xfrm>
            <a:off x="5280458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084C1D-029B-5D01-B721-E38676358605}"/>
              </a:ext>
            </a:extLst>
          </p:cNvPr>
          <p:cNvSpPr/>
          <p:nvPr/>
        </p:nvSpPr>
        <p:spPr>
          <a:xfrm>
            <a:off x="4623174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8EE330-0D30-B71E-AB63-055E16D0678F}"/>
              </a:ext>
            </a:extLst>
          </p:cNvPr>
          <p:cNvSpPr/>
          <p:nvPr/>
        </p:nvSpPr>
        <p:spPr>
          <a:xfrm>
            <a:off x="5528490" y="149853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2B9EE8-D670-E39F-6250-7801656B71AE}"/>
              </a:ext>
            </a:extLst>
          </p:cNvPr>
          <p:cNvCxnSpPr>
            <a:cxnSpLocks/>
            <a:stCxn id="11" idx="6"/>
            <a:endCxn id="14" idx="1"/>
          </p:cNvCxnSpPr>
          <p:nvPr/>
        </p:nvCxnSpPr>
        <p:spPr>
          <a:xfrm>
            <a:off x="5711370" y="1589970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BC11028-456F-ED09-A452-ECCA69CDFBD8}"/>
              </a:ext>
            </a:extLst>
          </p:cNvPr>
          <p:cNvSpPr/>
          <p:nvPr/>
        </p:nvSpPr>
        <p:spPr>
          <a:xfrm>
            <a:off x="7411159" y="1297609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493F23-650E-7CB7-F991-92DC15E21250}"/>
              </a:ext>
            </a:extLst>
          </p:cNvPr>
          <p:cNvSpPr/>
          <p:nvPr/>
        </p:nvSpPr>
        <p:spPr>
          <a:xfrm>
            <a:off x="6753875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DE9F48-E0F4-AE9B-EC98-E312BCCEA12F}"/>
              </a:ext>
            </a:extLst>
          </p:cNvPr>
          <p:cNvSpPr txBox="1"/>
          <p:nvPr/>
        </p:nvSpPr>
        <p:spPr>
          <a:xfrm>
            <a:off x="738608" y="1389914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781F48-88DE-B818-6285-26C3DA922C83}"/>
              </a:ext>
            </a:extLst>
          </p:cNvPr>
          <p:cNvSpPr/>
          <p:nvPr/>
        </p:nvSpPr>
        <p:spPr>
          <a:xfrm>
            <a:off x="3076605" y="2038572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AD7D2B-CCD5-A089-4D0F-9A891F64352F}"/>
              </a:ext>
            </a:extLst>
          </p:cNvPr>
          <p:cNvSpPr/>
          <p:nvPr/>
        </p:nvSpPr>
        <p:spPr>
          <a:xfrm>
            <a:off x="2419321" y="2038572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AD80B6E-5998-AAAE-4B36-386D3BDA2E30}"/>
              </a:ext>
            </a:extLst>
          </p:cNvPr>
          <p:cNvSpPr/>
          <p:nvPr/>
        </p:nvSpPr>
        <p:spPr>
          <a:xfrm>
            <a:off x="3324637" y="2239492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E4BAD0D-66FD-12F8-CE88-FC8B8E24C145}"/>
              </a:ext>
            </a:extLst>
          </p:cNvPr>
          <p:cNvCxnSpPr>
            <a:cxnSpLocks/>
            <a:stCxn id="21" idx="6"/>
          </p:cNvCxnSpPr>
          <p:nvPr/>
        </p:nvCxnSpPr>
        <p:spPr>
          <a:xfrm>
            <a:off x="3507517" y="2330932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2B756D4-4C0B-5B17-BB81-2C95CEE0E4D5}"/>
              </a:ext>
            </a:extLst>
          </p:cNvPr>
          <p:cNvCxnSpPr>
            <a:cxnSpLocks/>
            <a:stCxn id="44" idx="3"/>
            <a:endCxn id="20" idx="1"/>
          </p:cNvCxnSpPr>
          <p:nvPr/>
        </p:nvCxnSpPr>
        <p:spPr>
          <a:xfrm>
            <a:off x="1312500" y="2330932"/>
            <a:ext cx="1106821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7BECFE6-5F90-2692-66A2-575CBF71AF56}"/>
              </a:ext>
            </a:extLst>
          </p:cNvPr>
          <p:cNvSpPr/>
          <p:nvPr/>
        </p:nvSpPr>
        <p:spPr>
          <a:xfrm>
            <a:off x="5277560" y="2038572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133162-4CF5-F02D-6F28-35C71BA46383}"/>
              </a:ext>
            </a:extLst>
          </p:cNvPr>
          <p:cNvSpPr/>
          <p:nvPr/>
        </p:nvSpPr>
        <p:spPr>
          <a:xfrm>
            <a:off x="4620276" y="2038572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0FA92B-D01D-6C0D-726F-8CEE7C0D82A2}"/>
              </a:ext>
            </a:extLst>
          </p:cNvPr>
          <p:cNvSpPr txBox="1"/>
          <p:nvPr/>
        </p:nvSpPr>
        <p:spPr>
          <a:xfrm>
            <a:off x="655216" y="2130877"/>
            <a:ext cx="657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</a:p>
        </p:txBody>
      </p:sp>
    </p:spTree>
    <p:extLst>
      <p:ext uri="{BB962C8B-B14F-4D97-AF65-F5344CB8AC3E}">
        <p14:creationId xmlns:p14="http://schemas.microsoft.com/office/powerpoint/2010/main" val="4150776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E190E-B47D-46BB-196B-98E9CDBD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Copying Even Elements to a New List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67904F-8F5E-D407-3B13-8BEED7185A6D}"/>
              </a:ext>
            </a:extLst>
          </p:cNvPr>
          <p:cNvSpPr txBox="1"/>
          <p:nvPr/>
        </p:nvSpPr>
        <p:spPr>
          <a:xfrm>
            <a:off x="6653707" y="2239492"/>
            <a:ext cx="5368777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finding even elements (iteration)</a:t>
            </a: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evens(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in) {  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out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  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tail;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tail of "out"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((in-&gt;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%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item = cons(in-&gt;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(out) {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not first even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tail-&gt;next = item;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}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first even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out = item;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tail = item;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  in = in-&gt;next;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out;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DC279B-7CC9-6EA2-ADFE-04E9F516ED5F}"/>
              </a:ext>
            </a:extLst>
          </p:cNvPr>
          <p:cNvSpPr/>
          <p:nvPr/>
        </p:nvSpPr>
        <p:spPr>
          <a:xfrm>
            <a:off x="3076605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D9E15E-4EB8-391B-AB78-D6DC7DC65B1B}"/>
              </a:ext>
            </a:extLst>
          </p:cNvPr>
          <p:cNvSpPr/>
          <p:nvPr/>
        </p:nvSpPr>
        <p:spPr>
          <a:xfrm>
            <a:off x="2419321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C3FD119-54B8-4DE7-A0F7-E34E8114A82B}"/>
              </a:ext>
            </a:extLst>
          </p:cNvPr>
          <p:cNvSpPr/>
          <p:nvPr/>
        </p:nvSpPr>
        <p:spPr>
          <a:xfrm>
            <a:off x="3324637" y="1498529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EAFE5E-0A05-7C3E-BBB0-EB7B1A6011EB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3507517" y="1589969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281B05-D52A-9383-96B9-3EF0CC9B149F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1312499" y="1589969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63869E3-259D-F29F-6FA2-1CA082D1F3E1}"/>
              </a:ext>
            </a:extLst>
          </p:cNvPr>
          <p:cNvSpPr/>
          <p:nvPr/>
        </p:nvSpPr>
        <p:spPr>
          <a:xfrm>
            <a:off x="5280458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084C1D-029B-5D01-B721-E38676358605}"/>
              </a:ext>
            </a:extLst>
          </p:cNvPr>
          <p:cNvSpPr/>
          <p:nvPr/>
        </p:nvSpPr>
        <p:spPr>
          <a:xfrm>
            <a:off x="4623174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8EE330-0D30-B71E-AB63-055E16D0678F}"/>
              </a:ext>
            </a:extLst>
          </p:cNvPr>
          <p:cNvSpPr/>
          <p:nvPr/>
        </p:nvSpPr>
        <p:spPr>
          <a:xfrm>
            <a:off x="5528490" y="149853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2B9EE8-D670-E39F-6250-7801656B71AE}"/>
              </a:ext>
            </a:extLst>
          </p:cNvPr>
          <p:cNvCxnSpPr>
            <a:cxnSpLocks/>
            <a:stCxn id="11" idx="6"/>
            <a:endCxn id="14" idx="1"/>
          </p:cNvCxnSpPr>
          <p:nvPr/>
        </p:nvCxnSpPr>
        <p:spPr>
          <a:xfrm>
            <a:off x="5711370" y="1589970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BC11028-456F-ED09-A452-ECCA69CDFBD8}"/>
              </a:ext>
            </a:extLst>
          </p:cNvPr>
          <p:cNvSpPr/>
          <p:nvPr/>
        </p:nvSpPr>
        <p:spPr>
          <a:xfrm>
            <a:off x="7411159" y="1297609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493F23-650E-7CB7-F991-92DC15E21250}"/>
              </a:ext>
            </a:extLst>
          </p:cNvPr>
          <p:cNvSpPr/>
          <p:nvPr/>
        </p:nvSpPr>
        <p:spPr>
          <a:xfrm>
            <a:off x="6753875" y="129760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DE9F48-E0F4-AE9B-EC98-E312BCCEA12F}"/>
              </a:ext>
            </a:extLst>
          </p:cNvPr>
          <p:cNvSpPr txBox="1"/>
          <p:nvPr/>
        </p:nvSpPr>
        <p:spPr>
          <a:xfrm>
            <a:off x="738608" y="1389914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781F48-88DE-B818-6285-26C3DA922C83}"/>
              </a:ext>
            </a:extLst>
          </p:cNvPr>
          <p:cNvSpPr/>
          <p:nvPr/>
        </p:nvSpPr>
        <p:spPr>
          <a:xfrm>
            <a:off x="3076605" y="2038572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AD7D2B-CCD5-A089-4D0F-9A891F64352F}"/>
              </a:ext>
            </a:extLst>
          </p:cNvPr>
          <p:cNvSpPr/>
          <p:nvPr/>
        </p:nvSpPr>
        <p:spPr>
          <a:xfrm>
            <a:off x="2419321" y="2038572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AD80B6E-5998-AAAE-4B36-386D3BDA2E30}"/>
              </a:ext>
            </a:extLst>
          </p:cNvPr>
          <p:cNvSpPr/>
          <p:nvPr/>
        </p:nvSpPr>
        <p:spPr>
          <a:xfrm>
            <a:off x="3324637" y="2239492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E4BAD0D-66FD-12F8-CE88-FC8B8E24C145}"/>
              </a:ext>
            </a:extLst>
          </p:cNvPr>
          <p:cNvCxnSpPr>
            <a:cxnSpLocks/>
            <a:stCxn id="21" idx="6"/>
          </p:cNvCxnSpPr>
          <p:nvPr/>
        </p:nvCxnSpPr>
        <p:spPr>
          <a:xfrm>
            <a:off x="3507517" y="2330932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2B756D4-4C0B-5B17-BB81-2C95CEE0E4D5}"/>
              </a:ext>
            </a:extLst>
          </p:cNvPr>
          <p:cNvCxnSpPr>
            <a:cxnSpLocks/>
            <a:stCxn id="44" idx="3"/>
            <a:endCxn id="20" idx="1"/>
          </p:cNvCxnSpPr>
          <p:nvPr/>
        </p:nvCxnSpPr>
        <p:spPr>
          <a:xfrm>
            <a:off x="1312500" y="2330932"/>
            <a:ext cx="1106821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7BECFE6-5F90-2692-66A2-575CBF71AF56}"/>
              </a:ext>
            </a:extLst>
          </p:cNvPr>
          <p:cNvSpPr/>
          <p:nvPr/>
        </p:nvSpPr>
        <p:spPr>
          <a:xfrm>
            <a:off x="5277560" y="2038572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133162-4CF5-F02D-6F28-35C71BA46383}"/>
              </a:ext>
            </a:extLst>
          </p:cNvPr>
          <p:cNvSpPr/>
          <p:nvPr/>
        </p:nvSpPr>
        <p:spPr>
          <a:xfrm>
            <a:off x="4620276" y="2038572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0FA92B-D01D-6C0D-726F-8CEE7C0D82A2}"/>
              </a:ext>
            </a:extLst>
          </p:cNvPr>
          <p:cNvSpPr txBox="1"/>
          <p:nvPr/>
        </p:nvSpPr>
        <p:spPr>
          <a:xfrm>
            <a:off x="655216" y="2130877"/>
            <a:ext cx="657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</a:t>
            </a:r>
          </a:p>
        </p:txBody>
      </p:sp>
    </p:spTree>
    <p:extLst>
      <p:ext uri="{BB962C8B-B14F-4D97-AF65-F5344CB8AC3E}">
        <p14:creationId xmlns:p14="http://schemas.microsoft.com/office/powerpoint/2010/main" val="2554439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1D158-0B4A-DD60-C4ED-8198FF667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First Element in Linked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ACEE44-FCE5-147B-A4F4-DC4EDA9DA199}"/>
              </a:ext>
            </a:extLst>
          </p:cNvPr>
          <p:cNvSpPr txBox="1"/>
          <p:nvPr/>
        </p:nvSpPr>
        <p:spPr>
          <a:xfrm>
            <a:off x="1029590" y="1409683"/>
            <a:ext cx="5296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How to remove the first element in a linked list?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56CD0-F3B3-7E05-F40E-2049A6CEA410}"/>
              </a:ext>
            </a:extLst>
          </p:cNvPr>
          <p:cNvSpPr txBox="1"/>
          <p:nvPr/>
        </p:nvSpPr>
        <p:spPr>
          <a:xfrm>
            <a:off x="1048871" y="2023063"/>
            <a:ext cx="4420506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Let’s start with the function declaration: </a:t>
            </a:r>
          </a:p>
          <a:p>
            <a:endParaRPr lang="en-US" sz="1800" dirty="0">
              <a:effectLst/>
              <a:latin typeface="CMSS1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remove_front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*);</a:t>
            </a:r>
            <a:br>
              <a:rPr lang="en-US" sz="1800" dirty="0">
                <a:effectLst/>
                <a:latin typeface="CMSS10"/>
              </a:rPr>
            </a:br>
            <a:endParaRPr lang="en-US" sz="1800" dirty="0">
              <a:effectLst/>
              <a:latin typeface="CMSS1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 this reasonable?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B8E65A-160E-D5F2-4CDE-F120FC404A9B}"/>
              </a:ext>
            </a:extLst>
          </p:cNvPr>
          <p:cNvSpPr/>
          <p:nvPr/>
        </p:nvSpPr>
        <p:spPr>
          <a:xfrm>
            <a:off x="3669800" y="4971908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2C6D38-113D-1558-559F-1B4428549DBD}"/>
              </a:ext>
            </a:extLst>
          </p:cNvPr>
          <p:cNvSpPr/>
          <p:nvPr/>
        </p:nvSpPr>
        <p:spPr>
          <a:xfrm>
            <a:off x="3012516" y="4971908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595D09-1FF2-4672-3DEC-FB4DC7B7995F}"/>
              </a:ext>
            </a:extLst>
          </p:cNvPr>
          <p:cNvSpPr/>
          <p:nvPr/>
        </p:nvSpPr>
        <p:spPr>
          <a:xfrm>
            <a:off x="3917832" y="517282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9FB865-2C77-862A-A941-DD8A3715CF14}"/>
              </a:ext>
            </a:extLst>
          </p:cNvPr>
          <p:cNvCxnSpPr>
            <a:cxnSpLocks/>
            <a:stCxn id="8" idx="6"/>
            <a:endCxn id="12" idx="1"/>
          </p:cNvCxnSpPr>
          <p:nvPr/>
        </p:nvCxnSpPr>
        <p:spPr>
          <a:xfrm>
            <a:off x="4100712" y="5264268"/>
            <a:ext cx="1115657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D0803B-D92A-468A-3264-9E8A4DCF87AF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905694" y="5264268"/>
            <a:ext cx="110682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69C7BB5-D5F9-266F-FC19-9A7A33975DD9}"/>
              </a:ext>
            </a:extLst>
          </p:cNvPr>
          <p:cNvSpPr/>
          <p:nvPr/>
        </p:nvSpPr>
        <p:spPr>
          <a:xfrm>
            <a:off x="5873653" y="4971908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065993-FB04-1ABC-1484-964A83CE26E6}"/>
              </a:ext>
            </a:extLst>
          </p:cNvPr>
          <p:cNvSpPr/>
          <p:nvPr/>
        </p:nvSpPr>
        <p:spPr>
          <a:xfrm>
            <a:off x="5216369" y="4971908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EA3A07-C8E0-B7EB-CA44-D8FF5F54DE15}"/>
              </a:ext>
            </a:extLst>
          </p:cNvPr>
          <p:cNvSpPr/>
          <p:nvPr/>
        </p:nvSpPr>
        <p:spPr>
          <a:xfrm>
            <a:off x="6121685" y="5172829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C7CFA5-62E0-27CB-B332-6B1F16DCF009}"/>
              </a:ext>
            </a:extLst>
          </p:cNvPr>
          <p:cNvCxnSpPr>
            <a:cxnSpLocks/>
            <a:stCxn id="13" idx="6"/>
            <a:endCxn id="16" idx="1"/>
          </p:cNvCxnSpPr>
          <p:nvPr/>
        </p:nvCxnSpPr>
        <p:spPr>
          <a:xfrm>
            <a:off x="6304565" y="5264269"/>
            <a:ext cx="1042505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91592D2-FEAE-D8A6-FCEC-8A84FF84CF3A}"/>
              </a:ext>
            </a:extLst>
          </p:cNvPr>
          <p:cNvSpPr/>
          <p:nvPr/>
        </p:nvSpPr>
        <p:spPr>
          <a:xfrm>
            <a:off x="8004354" y="4971908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B80D79-AED7-528C-3193-2BBFE2C7031C}"/>
              </a:ext>
            </a:extLst>
          </p:cNvPr>
          <p:cNvSpPr/>
          <p:nvPr/>
        </p:nvSpPr>
        <p:spPr>
          <a:xfrm>
            <a:off x="7347070" y="4971908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EDFF1A-34D1-EF91-96E0-91EF9E487BD3}"/>
              </a:ext>
            </a:extLst>
          </p:cNvPr>
          <p:cNvSpPr txBox="1"/>
          <p:nvPr/>
        </p:nvSpPr>
        <p:spPr>
          <a:xfrm>
            <a:off x="1527308" y="4810285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467BB45-600B-0E82-5939-D4EBE794DB38}"/>
              </a:ext>
            </a:extLst>
          </p:cNvPr>
          <p:cNvSpPr/>
          <p:nvPr/>
        </p:nvSpPr>
        <p:spPr>
          <a:xfrm>
            <a:off x="1722814" y="517282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165DB1-042C-4D97-3FF5-00D44AF96318}"/>
              </a:ext>
            </a:extLst>
          </p:cNvPr>
          <p:cNvSpPr txBox="1"/>
          <p:nvPr/>
        </p:nvSpPr>
        <p:spPr>
          <a:xfrm>
            <a:off x="6304565" y="2143775"/>
            <a:ext cx="4507965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remove_front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free(l);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8D8DE2-1B4A-5556-8175-0EECDEC889E2}"/>
              </a:ext>
            </a:extLst>
          </p:cNvPr>
          <p:cNvSpPr txBox="1"/>
          <p:nvPr/>
        </p:nvSpPr>
        <p:spPr>
          <a:xfrm>
            <a:off x="1048871" y="3530024"/>
            <a:ext cx="75737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C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will we access the remainder of the list after function completes? </a:t>
            </a:r>
          </a:p>
        </p:txBody>
      </p:sp>
    </p:spTree>
    <p:extLst>
      <p:ext uri="{BB962C8B-B14F-4D97-AF65-F5344CB8AC3E}">
        <p14:creationId xmlns:p14="http://schemas.microsoft.com/office/powerpoint/2010/main" val="212683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/>
      <p:bldP spid="17" grpId="1"/>
      <p:bldP spid="18" grpId="0" animBg="1"/>
      <p:bldP spid="18" grpId="1" animBg="1"/>
      <p:bldP spid="19" grpId="0" animBg="1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27AF3-5CAC-DD11-B3C5-E3C04FA20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First Element in Linked List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4499CF-C81F-6567-3DEA-8DD9E9BD9F04}"/>
              </a:ext>
            </a:extLst>
          </p:cNvPr>
          <p:cNvSpPr txBox="1"/>
          <p:nvPr/>
        </p:nvSpPr>
        <p:spPr>
          <a:xfrm>
            <a:off x="1029590" y="1409683"/>
            <a:ext cx="5296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How to remove the first element in a linked list?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3AA232-1DB0-3E02-76D5-2C9B0AC700BF}"/>
              </a:ext>
            </a:extLst>
          </p:cNvPr>
          <p:cNvSpPr txBox="1"/>
          <p:nvPr/>
        </p:nvSpPr>
        <p:spPr>
          <a:xfrm>
            <a:off x="1048871" y="2023063"/>
            <a:ext cx="4420506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Let’s start with the function declaration: </a:t>
            </a:r>
          </a:p>
          <a:p>
            <a:endParaRPr lang="en-US" sz="1800" dirty="0">
              <a:effectLst/>
              <a:latin typeface="CMSS1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remove_front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*);</a:t>
            </a:r>
            <a:br>
              <a:rPr lang="en-US" sz="1800" dirty="0">
                <a:effectLst/>
                <a:latin typeface="CMSS10"/>
              </a:rPr>
            </a:br>
            <a:endParaRPr lang="en-US" sz="1800" dirty="0">
              <a:effectLst/>
              <a:latin typeface="CMSS1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 this reasonable?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079BAA-E858-A3FB-3BC3-6CFD61559D67}"/>
              </a:ext>
            </a:extLst>
          </p:cNvPr>
          <p:cNvSpPr txBox="1"/>
          <p:nvPr/>
        </p:nvSpPr>
        <p:spPr>
          <a:xfrm>
            <a:off x="1048871" y="3530024"/>
            <a:ext cx="75737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will we access the remainder of the list after function completes?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030DC0-AF9B-2945-A0DE-97891F118F00}"/>
              </a:ext>
            </a:extLst>
          </p:cNvPr>
          <p:cNvSpPr txBox="1"/>
          <p:nvPr/>
        </p:nvSpPr>
        <p:spPr>
          <a:xfrm>
            <a:off x="1048871" y="4386488"/>
            <a:ext cx="464742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Instead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remove_front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*);</a:t>
            </a:r>
            <a:endParaRPr lang="en-US" sz="1800" dirty="0">
              <a:effectLst/>
              <a:latin typeface="CMTT1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 </a:t>
            </a: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remove_front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**);</a:t>
            </a:r>
            <a:endParaRPr lang="en-US" sz="1800" dirty="0">
              <a:effectLst/>
              <a:latin typeface="CMTT10"/>
            </a:endParaRPr>
          </a:p>
          <a:p>
            <a:endParaRPr lang="en-US" sz="1800" dirty="0">
              <a:effectLst/>
              <a:latin typeface="CMSS1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Why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 the latter option? </a:t>
            </a:r>
          </a:p>
        </p:txBody>
      </p:sp>
    </p:spTree>
    <p:extLst>
      <p:ext uri="{BB962C8B-B14F-4D97-AF65-F5344CB8AC3E}">
        <p14:creationId xmlns:p14="http://schemas.microsoft.com/office/powerpoint/2010/main" val="1170101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8B37-A25D-AA5B-028A-E458D5BC3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Removing First Element in Linked List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186683-8C7D-9BA1-0768-9A93F0B90FCB}"/>
              </a:ext>
            </a:extLst>
          </p:cNvPr>
          <p:cNvSpPr txBox="1"/>
          <p:nvPr/>
        </p:nvSpPr>
        <p:spPr>
          <a:xfrm>
            <a:off x="838199" y="1567533"/>
            <a:ext cx="7221071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remove_front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** p){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(*p ==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remove_front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: empty list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exit(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*temp = *p;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*p = (*p)-&gt;next;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free(temp);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035087-62C5-58E9-B879-3A68EA731D93}"/>
              </a:ext>
            </a:extLst>
          </p:cNvPr>
          <p:cNvSpPr txBox="1"/>
          <p:nvPr/>
        </p:nvSpPr>
        <p:spPr>
          <a:xfrm>
            <a:off x="838198" y="4828349"/>
            <a:ext cx="7221071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foo(){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*l =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remove_front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(&amp;l);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25DAD-DE33-992F-402B-C1FF41021F9D}"/>
              </a:ext>
            </a:extLst>
          </p:cNvPr>
          <p:cNvSpPr txBox="1"/>
          <p:nvPr/>
        </p:nvSpPr>
        <p:spPr>
          <a:xfrm>
            <a:off x="744071" y="4347882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Call 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33E18D-130E-6539-C299-9A45309B4853}"/>
              </a:ext>
            </a:extLst>
          </p:cNvPr>
          <p:cNvSpPr/>
          <p:nvPr/>
        </p:nvSpPr>
        <p:spPr>
          <a:xfrm>
            <a:off x="10696484" y="457201"/>
            <a:ext cx="996595" cy="59973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724279-EED1-8BD4-42F2-AAF0F49E9C57}"/>
              </a:ext>
            </a:extLst>
          </p:cNvPr>
          <p:cNvSpPr/>
          <p:nvPr/>
        </p:nvSpPr>
        <p:spPr>
          <a:xfrm>
            <a:off x="10696490" y="4790189"/>
            <a:ext cx="99659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7CD7C8-9590-BF7B-DADD-B876FE4610CF}"/>
              </a:ext>
            </a:extLst>
          </p:cNvPr>
          <p:cNvSpPr/>
          <p:nvPr/>
        </p:nvSpPr>
        <p:spPr>
          <a:xfrm>
            <a:off x="10696486" y="3641551"/>
            <a:ext cx="99659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14F0C-2779-C5F6-7B23-69CA911680CD}"/>
              </a:ext>
            </a:extLst>
          </p:cNvPr>
          <p:cNvSpPr txBox="1"/>
          <p:nvPr/>
        </p:nvSpPr>
        <p:spPr>
          <a:xfrm>
            <a:off x="10627448" y="139977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CAA9DD-F173-25DF-F48F-3284F0C23378}"/>
              </a:ext>
            </a:extLst>
          </p:cNvPr>
          <p:cNvSpPr/>
          <p:nvPr/>
        </p:nvSpPr>
        <p:spPr>
          <a:xfrm>
            <a:off x="10696486" y="5895066"/>
            <a:ext cx="99659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2475D0-4CA1-FB93-27CD-EAFB32E39E75}"/>
              </a:ext>
            </a:extLst>
          </p:cNvPr>
          <p:cNvSpPr/>
          <p:nvPr/>
        </p:nvSpPr>
        <p:spPr>
          <a:xfrm>
            <a:off x="10696486" y="5659164"/>
            <a:ext cx="996594" cy="235902"/>
          </a:xfrm>
          <a:prstGeom prst="rect">
            <a:avLst/>
          </a:prstGeom>
          <a:solidFill>
            <a:srgbClr val="F5D1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F276E4-10CC-A239-166F-62BBE8C1BD71}"/>
              </a:ext>
            </a:extLst>
          </p:cNvPr>
          <p:cNvSpPr/>
          <p:nvPr/>
        </p:nvSpPr>
        <p:spPr>
          <a:xfrm>
            <a:off x="10696486" y="4554287"/>
            <a:ext cx="996594" cy="235902"/>
          </a:xfrm>
          <a:prstGeom prst="rect">
            <a:avLst/>
          </a:prstGeom>
          <a:solidFill>
            <a:srgbClr val="F5D1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D0C25513-F119-4504-1645-BD83703F18DD}"/>
              </a:ext>
            </a:extLst>
          </p:cNvPr>
          <p:cNvCxnSpPr>
            <a:cxnSpLocks/>
            <a:stCxn id="15" idx="1"/>
            <a:endCxn id="12" idx="1"/>
          </p:cNvCxnSpPr>
          <p:nvPr/>
        </p:nvCxnSpPr>
        <p:spPr>
          <a:xfrm rot="10800000">
            <a:off x="10696486" y="3855907"/>
            <a:ext cx="12700" cy="1921209"/>
          </a:xfrm>
          <a:prstGeom prst="curvedConnector3">
            <a:avLst>
              <a:gd name="adj1" fmla="val 1800000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46B56872-7CDA-2A1B-133E-889CA9CC8BF9}"/>
              </a:ext>
            </a:extLst>
          </p:cNvPr>
          <p:cNvCxnSpPr>
            <a:cxnSpLocks/>
            <a:stCxn id="16" idx="3"/>
            <a:endCxn id="14" idx="3"/>
          </p:cNvCxnSpPr>
          <p:nvPr/>
        </p:nvCxnSpPr>
        <p:spPr>
          <a:xfrm>
            <a:off x="11693080" y="4672238"/>
            <a:ext cx="12700" cy="1437183"/>
          </a:xfrm>
          <a:prstGeom prst="curvedConnector3">
            <a:avLst>
              <a:gd name="adj1" fmla="val 1800000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14F9545-3FAD-EBEC-0496-D5F06BCDB090}"/>
              </a:ext>
            </a:extLst>
          </p:cNvPr>
          <p:cNvSpPr/>
          <p:nvPr/>
        </p:nvSpPr>
        <p:spPr>
          <a:xfrm>
            <a:off x="10696486" y="3408436"/>
            <a:ext cx="996594" cy="235902"/>
          </a:xfrm>
          <a:prstGeom prst="rect">
            <a:avLst/>
          </a:prstGeom>
          <a:solidFill>
            <a:srgbClr val="F5D1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38590322-7142-D7BF-82EC-3E8FA945426C}"/>
              </a:ext>
            </a:extLst>
          </p:cNvPr>
          <p:cNvCxnSpPr>
            <a:cxnSpLocks/>
            <a:stCxn id="23" idx="3"/>
            <a:endCxn id="11" idx="3"/>
          </p:cNvCxnSpPr>
          <p:nvPr/>
        </p:nvCxnSpPr>
        <p:spPr>
          <a:xfrm>
            <a:off x="11693078" y="925794"/>
            <a:ext cx="6" cy="4078750"/>
          </a:xfrm>
          <a:prstGeom prst="curvedConnector3">
            <a:avLst>
              <a:gd name="adj1" fmla="val 3810100000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27E37B5-DA7A-90E3-D31E-108871BC7FE9}"/>
              </a:ext>
            </a:extLst>
          </p:cNvPr>
          <p:cNvSpPr/>
          <p:nvPr/>
        </p:nvSpPr>
        <p:spPr>
          <a:xfrm>
            <a:off x="10696484" y="807842"/>
            <a:ext cx="996594" cy="2359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990860C6-E7E4-6DBF-8111-D6AE8A955FB0}"/>
              </a:ext>
            </a:extLst>
          </p:cNvPr>
          <p:cNvSpPr/>
          <p:nvPr/>
        </p:nvSpPr>
        <p:spPr>
          <a:xfrm flipH="1">
            <a:off x="10280824" y="665118"/>
            <a:ext cx="316734" cy="1038177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3CAA68-FFE1-38A9-72E2-3787F9CB774C}"/>
              </a:ext>
            </a:extLst>
          </p:cNvPr>
          <p:cNvSpPr txBox="1"/>
          <p:nvPr/>
        </p:nvSpPr>
        <p:spPr>
          <a:xfrm>
            <a:off x="8678698" y="1016538"/>
            <a:ext cx="1741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stack of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foo()</a:t>
            </a:r>
            <a:endParaRPr lang="en-US" sz="2400" dirty="0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A60E51C7-7043-2295-F97F-4C9B39CCF590}"/>
              </a:ext>
            </a:extLst>
          </p:cNvPr>
          <p:cNvSpPr/>
          <p:nvPr/>
        </p:nvSpPr>
        <p:spPr>
          <a:xfrm flipH="1">
            <a:off x="10278406" y="1766679"/>
            <a:ext cx="316734" cy="1038177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269975-1A51-4B21-9813-5CC02E1E1684}"/>
              </a:ext>
            </a:extLst>
          </p:cNvPr>
          <p:cNvSpPr txBox="1"/>
          <p:nvPr/>
        </p:nvSpPr>
        <p:spPr>
          <a:xfrm>
            <a:off x="8248855" y="1911664"/>
            <a:ext cx="213712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Stack of 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r"/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remove_front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endParaRPr lang="en-US" sz="2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31740A-550D-B584-CBA2-AD3AEB22C1AF}"/>
              </a:ext>
            </a:extLst>
          </p:cNvPr>
          <p:cNvSpPr/>
          <p:nvPr/>
        </p:nvSpPr>
        <p:spPr>
          <a:xfrm>
            <a:off x="10696484" y="2071645"/>
            <a:ext cx="996594" cy="2359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</a:t>
            </a: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3EDF4DC4-5E7B-B9B3-DD16-5D95E08E0BD5}"/>
              </a:ext>
            </a:extLst>
          </p:cNvPr>
          <p:cNvCxnSpPr>
            <a:cxnSpLocks/>
            <a:stCxn id="31" idx="1"/>
            <a:endCxn id="23" idx="1"/>
          </p:cNvCxnSpPr>
          <p:nvPr/>
        </p:nvCxnSpPr>
        <p:spPr>
          <a:xfrm rot="10800000">
            <a:off x="10696484" y="925795"/>
            <a:ext cx="12700" cy="1263803"/>
          </a:xfrm>
          <a:prstGeom prst="curvedConnector3">
            <a:avLst>
              <a:gd name="adj1" fmla="val 952937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FC941907-DFBF-D9C8-559B-DD2EC2EFCCBE}"/>
              </a:ext>
            </a:extLst>
          </p:cNvPr>
          <p:cNvCxnSpPr>
            <a:cxnSpLocks/>
            <a:stCxn id="23" idx="3"/>
            <a:endCxn id="14" idx="3"/>
          </p:cNvCxnSpPr>
          <p:nvPr/>
        </p:nvCxnSpPr>
        <p:spPr>
          <a:xfrm>
            <a:off x="11693078" y="925794"/>
            <a:ext cx="2" cy="5183627"/>
          </a:xfrm>
          <a:prstGeom prst="curvedConnector3">
            <a:avLst>
              <a:gd name="adj1" fmla="val 11430100000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52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8B37-A25D-AA5B-028A-E458D5BC3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Removing First Element in List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186683-8C7D-9BA1-0768-9A93F0B90FCB}"/>
              </a:ext>
            </a:extLst>
          </p:cNvPr>
          <p:cNvSpPr txBox="1"/>
          <p:nvPr/>
        </p:nvSpPr>
        <p:spPr>
          <a:xfrm>
            <a:off x="838199" y="1567533"/>
            <a:ext cx="7221071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remove_front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l){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 ==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remove_front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: empty list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exit(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*temp =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-&gt;next;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free(temp);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035087-62C5-58E9-B879-3A68EA731D93}"/>
              </a:ext>
            </a:extLst>
          </p:cNvPr>
          <p:cNvSpPr txBox="1"/>
          <p:nvPr/>
        </p:nvSpPr>
        <p:spPr>
          <a:xfrm>
            <a:off x="838198" y="4828349"/>
            <a:ext cx="7221071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foo(){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*l =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cons(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remove_front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(l);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25DAD-DE33-992F-402B-C1FF41021F9D}"/>
              </a:ext>
            </a:extLst>
          </p:cNvPr>
          <p:cNvSpPr txBox="1"/>
          <p:nvPr/>
        </p:nvSpPr>
        <p:spPr>
          <a:xfrm>
            <a:off x="744071" y="4347882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Call 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33E18D-130E-6539-C299-9A45309B4853}"/>
              </a:ext>
            </a:extLst>
          </p:cNvPr>
          <p:cNvSpPr/>
          <p:nvPr/>
        </p:nvSpPr>
        <p:spPr>
          <a:xfrm>
            <a:off x="10696484" y="457201"/>
            <a:ext cx="996595" cy="59973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724279-EED1-8BD4-42F2-AAF0F49E9C57}"/>
              </a:ext>
            </a:extLst>
          </p:cNvPr>
          <p:cNvSpPr/>
          <p:nvPr/>
        </p:nvSpPr>
        <p:spPr>
          <a:xfrm>
            <a:off x="10696490" y="4790189"/>
            <a:ext cx="99659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7CD7C8-9590-BF7B-DADD-B876FE4610CF}"/>
              </a:ext>
            </a:extLst>
          </p:cNvPr>
          <p:cNvSpPr/>
          <p:nvPr/>
        </p:nvSpPr>
        <p:spPr>
          <a:xfrm>
            <a:off x="10696486" y="3641551"/>
            <a:ext cx="99659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14F0C-2779-C5F6-7B23-69CA911680CD}"/>
              </a:ext>
            </a:extLst>
          </p:cNvPr>
          <p:cNvSpPr txBox="1"/>
          <p:nvPr/>
        </p:nvSpPr>
        <p:spPr>
          <a:xfrm>
            <a:off x="10627448" y="139977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CAA9DD-F173-25DF-F48F-3284F0C23378}"/>
              </a:ext>
            </a:extLst>
          </p:cNvPr>
          <p:cNvSpPr/>
          <p:nvPr/>
        </p:nvSpPr>
        <p:spPr>
          <a:xfrm>
            <a:off x="10696486" y="5895066"/>
            <a:ext cx="996594" cy="4287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2475D0-4CA1-FB93-27CD-EAFB32E39E75}"/>
              </a:ext>
            </a:extLst>
          </p:cNvPr>
          <p:cNvSpPr/>
          <p:nvPr/>
        </p:nvSpPr>
        <p:spPr>
          <a:xfrm>
            <a:off x="10696486" y="5659164"/>
            <a:ext cx="996594" cy="235902"/>
          </a:xfrm>
          <a:prstGeom prst="rect">
            <a:avLst/>
          </a:prstGeom>
          <a:solidFill>
            <a:srgbClr val="F5D1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F276E4-10CC-A239-166F-62BBE8C1BD71}"/>
              </a:ext>
            </a:extLst>
          </p:cNvPr>
          <p:cNvSpPr/>
          <p:nvPr/>
        </p:nvSpPr>
        <p:spPr>
          <a:xfrm>
            <a:off x="10696486" y="4554287"/>
            <a:ext cx="996594" cy="235902"/>
          </a:xfrm>
          <a:prstGeom prst="rect">
            <a:avLst/>
          </a:prstGeom>
          <a:solidFill>
            <a:srgbClr val="F5D1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D0C25513-F119-4504-1645-BD83703F18DD}"/>
              </a:ext>
            </a:extLst>
          </p:cNvPr>
          <p:cNvCxnSpPr>
            <a:cxnSpLocks/>
            <a:stCxn id="15" idx="1"/>
            <a:endCxn id="12" idx="1"/>
          </p:cNvCxnSpPr>
          <p:nvPr/>
        </p:nvCxnSpPr>
        <p:spPr>
          <a:xfrm rot="10800000">
            <a:off x="10696486" y="3855907"/>
            <a:ext cx="12700" cy="1921209"/>
          </a:xfrm>
          <a:prstGeom prst="curvedConnector3">
            <a:avLst>
              <a:gd name="adj1" fmla="val 1800000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46B56872-7CDA-2A1B-133E-889CA9CC8BF9}"/>
              </a:ext>
            </a:extLst>
          </p:cNvPr>
          <p:cNvCxnSpPr>
            <a:cxnSpLocks/>
            <a:stCxn id="16" idx="3"/>
            <a:endCxn id="14" idx="3"/>
          </p:cNvCxnSpPr>
          <p:nvPr/>
        </p:nvCxnSpPr>
        <p:spPr>
          <a:xfrm>
            <a:off x="11693080" y="4672238"/>
            <a:ext cx="12700" cy="1437183"/>
          </a:xfrm>
          <a:prstGeom prst="curvedConnector3">
            <a:avLst>
              <a:gd name="adj1" fmla="val 3141173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14F9545-3FAD-EBEC-0496-D5F06BCDB090}"/>
              </a:ext>
            </a:extLst>
          </p:cNvPr>
          <p:cNvSpPr/>
          <p:nvPr/>
        </p:nvSpPr>
        <p:spPr>
          <a:xfrm>
            <a:off x="10696486" y="3408436"/>
            <a:ext cx="996594" cy="235902"/>
          </a:xfrm>
          <a:prstGeom prst="rect">
            <a:avLst/>
          </a:prstGeom>
          <a:solidFill>
            <a:srgbClr val="F5D1C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38590322-7142-D7BF-82EC-3E8FA945426C}"/>
              </a:ext>
            </a:extLst>
          </p:cNvPr>
          <p:cNvCxnSpPr>
            <a:cxnSpLocks/>
            <a:stCxn id="23" idx="3"/>
            <a:endCxn id="11" idx="3"/>
          </p:cNvCxnSpPr>
          <p:nvPr/>
        </p:nvCxnSpPr>
        <p:spPr>
          <a:xfrm>
            <a:off x="11693078" y="925794"/>
            <a:ext cx="6" cy="4078750"/>
          </a:xfrm>
          <a:prstGeom prst="curvedConnector3">
            <a:avLst>
              <a:gd name="adj1" fmla="val 3810100000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27E37B5-DA7A-90E3-D31E-108871BC7FE9}"/>
              </a:ext>
            </a:extLst>
          </p:cNvPr>
          <p:cNvSpPr/>
          <p:nvPr/>
        </p:nvSpPr>
        <p:spPr>
          <a:xfrm>
            <a:off x="10696484" y="807842"/>
            <a:ext cx="996594" cy="2359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990860C6-E7E4-6DBF-8111-D6AE8A955FB0}"/>
              </a:ext>
            </a:extLst>
          </p:cNvPr>
          <p:cNvSpPr/>
          <p:nvPr/>
        </p:nvSpPr>
        <p:spPr>
          <a:xfrm flipH="1">
            <a:off x="10280824" y="665118"/>
            <a:ext cx="316734" cy="1038177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3CAA68-FFE1-38A9-72E2-3787F9CB774C}"/>
              </a:ext>
            </a:extLst>
          </p:cNvPr>
          <p:cNvSpPr txBox="1"/>
          <p:nvPr/>
        </p:nvSpPr>
        <p:spPr>
          <a:xfrm>
            <a:off x="8678698" y="1016538"/>
            <a:ext cx="1741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stack of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foo()</a:t>
            </a:r>
            <a:endParaRPr lang="en-US" sz="2400" dirty="0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A60E51C7-7043-2295-F97F-4C9B39CCF590}"/>
              </a:ext>
            </a:extLst>
          </p:cNvPr>
          <p:cNvSpPr/>
          <p:nvPr/>
        </p:nvSpPr>
        <p:spPr>
          <a:xfrm flipH="1">
            <a:off x="10278406" y="1766679"/>
            <a:ext cx="316734" cy="1038177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269975-1A51-4B21-9813-5CC02E1E1684}"/>
              </a:ext>
            </a:extLst>
          </p:cNvPr>
          <p:cNvSpPr txBox="1"/>
          <p:nvPr/>
        </p:nvSpPr>
        <p:spPr>
          <a:xfrm>
            <a:off x="8248855" y="1911664"/>
            <a:ext cx="213712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Stack of 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r"/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remove_front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endParaRPr lang="en-US" sz="2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31740A-550D-B584-CBA2-AD3AEB22C1AF}"/>
              </a:ext>
            </a:extLst>
          </p:cNvPr>
          <p:cNvSpPr/>
          <p:nvPr/>
        </p:nvSpPr>
        <p:spPr>
          <a:xfrm>
            <a:off x="10696484" y="2071645"/>
            <a:ext cx="996594" cy="2359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A8C8E7-3047-E285-2CA6-C16E3A9450B9}"/>
              </a:ext>
            </a:extLst>
          </p:cNvPr>
          <p:cNvSpPr/>
          <p:nvPr/>
        </p:nvSpPr>
        <p:spPr>
          <a:xfrm>
            <a:off x="3311815" y="1567533"/>
            <a:ext cx="1762207" cy="322583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D1BF00-C9EF-E26F-4FEB-5AB48255148E}"/>
              </a:ext>
            </a:extLst>
          </p:cNvPr>
          <p:cNvSpPr/>
          <p:nvPr/>
        </p:nvSpPr>
        <p:spPr>
          <a:xfrm>
            <a:off x="1230742" y="5390829"/>
            <a:ext cx="2184811" cy="322583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9545C3-E22B-7618-7B10-4E77039F1C69}"/>
              </a:ext>
            </a:extLst>
          </p:cNvPr>
          <p:cNvSpPr txBox="1"/>
          <p:nvPr/>
        </p:nvSpPr>
        <p:spPr>
          <a:xfrm>
            <a:off x="824416" y="1119436"/>
            <a:ext cx="61250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What would happen if we pass </a:t>
            </a:r>
            <a:r>
              <a:rPr lang="en-US" sz="2000" dirty="0">
                <a:solidFill>
                  <a:srgbClr val="C00000"/>
                </a:solidFill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  <a:r>
              <a:rPr lang="en-US" sz="2000" dirty="0">
                <a:solidFill>
                  <a:srgbClr val="C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rather than its address?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BAE29798-E6CC-6F95-E919-19C9A78EAEF8}"/>
              </a:ext>
            </a:extLst>
          </p:cNvPr>
          <p:cNvCxnSpPr>
            <a:cxnSpLocks/>
            <a:stCxn id="31" idx="3"/>
            <a:endCxn id="11" idx="3"/>
          </p:cNvCxnSpPr>
          <p:nvPr/>
        </p:nvCxnSpPr>
        <p:spPr>
          <a:xfrm>
            <a:off x="11693078" y="2189597"/>
            <a:ext cx="6" cy="2814947"/>
          </a:xfrm>
          <a:prstGeom prst="curvedConnector3">
            <a:avLst>
              <a:gd name="adj1" fmla="val 1867733333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B8C7585A-EE27-2544-D7C9-0B024E3F8E4F}"/>
              </a:ext>
            </a:extLst>
          </p:cNvPr>
          <p:cNvCxnSpPr>
            <a:cxnSpLocks/>
            <a:stCxn id="31" idx="3"/>
            <a:endCxn id="14" idx="3"/>
          </p:cNvCxnSpPr>
          <p:nvPr/>
        </p:nvCxnSpPr>
        <p:spPr>
          <a:xfrm>
            <a:off x="11693078" y="2189597"/>
            <a:ext cx="2" cy="3919824"/>
          </a:xfrm>
          <a:prstGeom prst="curvedConnector3">
            <a:avLst>
              <a:gd name="adj1" fmla="val 11430100000"/>
            </a:avLst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31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39AA-1FF2-4FBC-CBB4-413007050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Last Element in Linked List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ACD455-8D3A-C1F1-B030-7970B1699A2F}"/>
              </a:ext>
            </a:extLst>
          </p:cNvPr>
          <p:cNvSpPr/>
          <p:nvPr/>
        </p:nvSpPr>
        <p:spPr>
          <a:xfrm>
            <a:off x="7191934" y="39301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EF5280E-9DFC-FEDE-7736-1C6F8061FF06}"/>
              </a:ext>
            </a:extLst>
          </p:cNvPr>
          <p:cNvSpPr/>
          <p:nvPr/>
        </p:nvSpPr>
        <p:spPr>
          <a:xfrm>
            <a:off x="6534650" y="39301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8702891-324D-22D4-C25C-F43E5B2050E0}"/>
              </a:ext>
            </a:extLst>
          </p:cNvPr>
          <p:cNvSpPr/>
          <p:nvPr/>
        </p:nvSpPr>
        <p:spPr>
          <a:xfrm>
            <a:off x="7439966" y="413111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5F029B7-5AD4-5672-EC8F-80C919150780}"/>
              </a:ext>
            </a:extLst>
          </p:cNvPr>
          <p:cNvCxnSpPr>
            <a:cxnSpLocks/>
            <a:stCxn id="46" idx="6"/>
            <a:endCxn id="50" idx="1"/>
          </p:cNvCxnSpPr>
          <p:nvPr/>
        </p:nvCxnSpPr>
        <p:spPr>
          <a:xfrm>
            <a:off x="7622846" y="4222556"/>
            <a:ext cx="837751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B680CD7-0E07-D958-FB6B-F43A345507D0}"/>
              </a:ext>
            </a:extLst>
          </p:cNvPr>
          <p:cNvCxnSpPr>
            <a:cxnSpLocks/>
            <a:stCxn id="52" idx="6"/>
            <a:endCxn id="45" idx="1"/>
          </p:cNvCxnSpPr>
          <p:nvPr/>
        </p:nvCxnSpPr>
        <p:spPr>
          <a:xfrm>
            <a:off x="5750558" y="4222556"/>
            <a:ext cx="78409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6E069798-AD12-4A0F-C544-A656FBF39D81}"/>
              </a:ext>
            </a:extLst>
          </p:cNvPr>
          <p:cNvSpPr/>
          <p:nvPr/>
        </p:nvSpPr>
        <p:spPr>
          <a:xfrm>
            <a:off x="9117880" y="3930196"/>
            <a:ext cx="809651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7178AD9-7522-ED83-5033-9239FB61C91A}"/>
              </a:ext>
            </a:extLst>
          </p:cNvPr>
          <p:cNvSpPr/>
          <p:nvPr/>
        </p:nvSpPr>
        <p:spPr>
          <a:xfrm>
            <a:off x="8460597" y="393019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50809B-1111-5455-F4F5-5208EAB2B657}"/>
              </a:ext>
            </a:extLst>
          </p:cNvPr>
          <p:cNvSpPr txBox="1"/>
          <p:nvPr/>
        </p:nvSpPr>
        <p:spPr>
          <a:xfrm>
            <a:off x="5372172" y="3768573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2FF98BB-8541-AA98-ED80-05EA9D16931F}"/>
              </a:ext>
            </a:extLst>
          </p:cNvPr>
          <p:cNvSpPr/>
          <p:nvPr/>
        </p:nvSpPr>
        <p:spPr>
          <a:xfrm>
            <a:off x="5567678" y="413111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CE7D88-8749-0FC2-DF30-2213F0715EDC}"/>
              </a:ext>
            </a:extLst>
          </p:cNvPr>
          <p:cNvSpPr txBox="1"/>
          <p:nvPr/>
        </p:nvSpPr>
        <p:spPr>
          <a:xfrm>
            <a:off x="7650946" y="2925634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remove_end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(&amp;l);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5D236D-B2C4-6611-D844-EA8C6B7D31DE}"/>
              </a:ext>
            </a:extLst>
          </p:cNvPr>
          <p:cNvSpPr/>
          <p:nvPr/>
        </p:nvSpPr>
        <p:spPr>
          <a:xfrm>
            <a:off x="7246718" y="178663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5370CC-C71C-5299-5D18-B6C18FB2C681}"/>
              </a:ext>
            </a:extLst>
          </p:cNvPr>
          <p:cNvSpPr/>
          <p:nvPr/>
        </p:nvSpPr>
        <p:spPr>
          <a:xfrm>
            <a:off x="6589434" y="178663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EC6051-EBCC-2B13-96C0-21E24852EBB3}"/>
              </a:ext>
            </a:extLst>
          </p:cNvPr>
          <p:cNvSpPr/>
          <p:nvPr/>
        </p:nvSpPr>
        <p:spPr>
          <a:xfrm>
            <a:off x="7494750" y="198755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C84D9A8-BF1A-121F-F7C2-9C659AC2661E}"/>
              </a:ext>
            </a:extLst>
          </p:cNvPr>
          <p:cNvCxnSpPr>
            <a:cxnSpLocks/>
            <a:stCxn id="5" idx="6"/>
            <a:endCxn id="9" idx="1"/>
          </p:cNvCxnSpPr>
          <p:nvPr/>
        </p:nvCxnSpPr>
        <p:spPr>
          <a:xfrm>
            <a:off x="7677630" y="2078997"/>
            <a:ext cx="837751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5D59B33-2794-7D08-771F-CD8457AF7B37}"/>
              </a:ext>
            </a:extLst>
          </p:cNvPr>
          <p:cNvCxnSpPr>
            <a:cxnSpLocks/>
            <a:stCxn id="15" idx="6"/>
            <a:endCxn id="4" idx="1"/>
          </p:cNvCxnSpPr>
          <p:nvPr/>
        </p:nvCxnSpPr>
        <p:spPr>
          <a:xfrm>
            <a:off x="5805342" y="2078997"/>
            <a:ext cx="78409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BEE4C8D-3035-4A8C-E0AB-C1BC440DEC56}"/>
              </a:ext>
            </a:extLst>
          </p:cNvPr>
          <p:cNvSpPr/>
          <p:nvPr/>
        </p:nvSpPr>
        <p:spPr>
          <a:xfrm>
            <a:off x="9172665" y="178663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AB5EEC-E605-73C7-0C6C-102BC4D34CD1}"/>
              </a:ext>
            </a:extLst>
          </p:cNvPr>
          <p:cNvSpPr/>
          <p:nvPr/>
        </p:nvSpPr>
        <p:spPr>
          <a:xfrm>
            <a:off x="8515381" y="178663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67F2A7-E838-4E0C-6B7C-8469A4F42D6C}"/>
              </a:ext>
            </a:extLst>
          </p:cNvPr>
          <p:cNvSpPr/>
          <p:nvPr/>
        </p:nvSpPr>
        <p:spPr>
          <a:xfrm>
            <a:off x="9420697" y="198755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88B4A6-1627-4C22-A2F7-4068F49B2148}"/>
              </a:ext>
            </a:extLst>
          </p:cNvPr>
          <p:cNvCxnSpPr>
            <a:cxnSpLocks/>
            <a:stCxn id="10" idx="6"/>
            <a:endCxn id="13" idx="1"/>
          </p:cNvCxnSpPr>
          <p:nvPr/>
        </p:nvCxnSpPr>
        <p:spPr>
          <a:xfrm>
            <a:off x="9603577" y="2078998"/>
            <a:ext cx="800458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9619FAF-E8FC-67DD-8E11-175CB3AA8C43}"/>
              </a:ext>
            </a:extLst>
          </p:cNvPr>
          <p:cNvSpPr/>
          <p:nvPr/>
        </p:nvSpPr>
        <p:spPr>
          <a:xfrm>
            <a:off x="11061319" y="1786637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AA383F-8DF1-8730-ABAB-BFE396B205E7}"/>
              </a:ext>
            </a:extLst>
          </p:cNvPr>
          <p:cNvSpPr/>
          <p:nvPr/>
        </p:nvSpPr>
        <p:spPr>
          <a:xfrm>
            <a:off x="10404035" y="178663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34071B-20FC-E465-194B-AD5D285EAF1A}"/>
              </a:ext>
            </a:extLst>
          </p:cNvPr>
          <p:cNvSpPr txBox="1"/>
          <p:nvPr/>
        </p:nvSpPr>
        <p:spPr>
          <a:xfrm>
            <a:off x="5426956" y="1625014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8481A17-B7E1-F56D-FF7F-457706134D00}"/>
              </a:ext>
            </a:extLst>
          </p:cNvPr>
          <p:cNvSpPr/>
          <p:nvPr/>
        </p:nvSpPr>
        <p:spPr>
          <a:xfrm>
            <a:off x="5622462" y="198755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80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B355-1434-9C38-6000-802B8A1A5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Incorrect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5C81C-9A72-EA8C-FED9-F3D8666D000C}"/>
              </a:ext>
            </a:extLst>
          </p:cNvPr>
          <p:cNvSpPr txBox="1"/>
          <p:nvPr/>
        </p:nvSpPr>
        <p:spPr>
          <a:xfrm>
            <a:off x="428140" y="1630034"/>
            <a:ext cx="4763849" cy="2062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remove_end_wrong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**p){  </a:t>
            </a:r>
            <a:r>
              <a:rPr lang="en-US" sz="1600" dirty="0">
                <a:solidFill>
                  <a:srgbClr val="0432FF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-US" sz="1600" dirty="0">
                <a:solidFill>
                  <a:srgbClr val="0432FF"/>
                </a:solidFill>
                <a:latin typeface="Menlo" panose="020B0609030804020204" pitchFamily="49" charset="0"/>
              </a:rPr>
              <a:t>  // check if *p is NULL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*temp = *p;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(temp-&gt;next){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temp = temp-&gt;next;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free(temp);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1074C-B02C-3C76-EAFA-8F50441056AD}"/>
              </a:ext>
            </a:extLst>
          </p:cNvPr>
          <p:cNvSpPr txBox="1"/>
          <p:nvPr/>
        </p:nvSpPr>
        <p:spPr>
          <a:xfrm>
            <a:off x="693549" y="4780859"/>
            <a:ext cx="1958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Why is it wrong?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2DEC3E-77BC-9A62-72E1-8D9CB0ED4851}"/>
              </a:ext>
            </a:extLst>
          </p:cNvPr>
          <p:cNvSpPr txBox="1"/>
          <p:nvPr/>
        </p:nvSpPr>
        <p:spPr>
          <a:xfrm>
            <a:off x="693548" y="5180969"/>
            <a:ext cx="6673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After its completion, what is the next field of the last element?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E01E78-1943-A5A2-AC13-358060AD9DC5}"/>
              </a:ext>
            </a:extLst>
          </p:cNvPr>
          <p:cNvSpPr/>
          <p:nvPr/>
        </p:nvSpPr>
        <p:spPr>
          <a:xfrm>
            <a:off x="7246718" y="178663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970E15-4128-96F8-25CE-157AF3DA1778}"/>
              </a:ext>
            </a:extLst>
          </p:cNvPr>
          <p:cNvSpPr/>
          <p:nvPr/>
        </p:nvSpPr>
        <p:spPr>
          <a:xfrm>
            <a:off x="6589434" y="178663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BFEC851-03F0-90EF-5F8E-43B8ED0A9B51}"/>
              </a:ext>
            </a:extLst>
          </p:cNvPr>
          <p:cNvSpPr/>
          <p:nvPr/>
        </p:nvSpPr>
        <p:spPr>
          <a:xfrm>
            <a:off x="7494750" y="198755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F292E7-4837-FB8B-F1BB-7D1D03413DFA}"/>
              </a:ext>
            </a:extLst>
          </p:cNvPr>
          <p:cNvCxnSpPr>
            <a:cxnSpLocks/>
            <a:stCxn id="9" idx="6"/>
            <a:endCxn id="13" idx="1"/>
          </p:cNvCxnSpPr>
          <p:nvPr/>
        </p:nvCxnSpPr>
        <p:spPr>
          <a:xfrm>
            <a:off x="7677630" y="2078997"/>
            <a:ext cx="837751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0DE719-B488-861E-3FE5-BF0486548FDF}"/>
              </a:ext>
            </a:extLst>
          </p:cNvPr>
          <p:cNvCxnSpPr>
            <a:cxnSpLocks/>
            <a:stCxn id="19" idx="6"/>
            <a:endCxn id="8" idx="1"/>
          </p:cNvCxnSpPr>
          <p:nvPr/>
        </p:nvCxnSpPr>
        <p:spPr>
          <a:xfrm>
            <a:off x="5805342" y="2078997"/>
            <a:ext cx="78409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4501000-156E-F08D-C2B9-BCF475E77D95}"/>
              </a:ext>
            </a:extLst>
          </p:cNvPr>
          <p:cNvSpPr/>
          <p:nvPr/>
        </p:nvSpPr>
        <p:spPr>
          <a:xfrm>
            <a:off x="9172665" y="178663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0C9DC7-EF97-8677-4733-4D2C0BFDCF7F}"/>
              </a:ext>
            </a:extLst>
          </p:cNvPr>
          <p:cNvSpPr/>
          <p:nvPr/>
        </p:nvSpPr>
        <p:spPr>
          <a:xfrm>
            <a:off x="8515381" y="178663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954390-1D98-9327-8CA9-2E98D3431174}"/>
              </a:ext>
            </a:extLst>
          </p:cNvPr>
          <p:cNvSpPr/>
          <p:nvPr/>
        </p:nvSpPr>
        <p:spPr>
          <a:xfrm>
            <a:off x="9420697" y="198755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E76AAD-7804-ED33-AF2B-81F1D51D4E99}"/>
              </a:ext>
            </a:extLst>
          </p:cNvPr>
          <p:cNvCxnSpPr>
            <a:cxnSpLocks/>
            <a:stCxn id="14" idx="6"/>
            <a:endCxn id="17" idx="1"/>
          </p:cNvCxnSpPr>
          <p:nvPr/>
        </p:nvCxnSpPr>
        <p:spPr>
          <a:xfrm>
            <a:off x="9603577" y="2078998"/>
            <a:ext cx="800458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FD43243-30C4-98E2-BE59-49C93912A11A}"/>
              </a:ext>
            </a:extLst>
          </p:cNvPr>
          <p:cNvSpPr/>
          <p:nvPr/>
        </p:nvSpPr>
        <p:spPr>
          <a:xfrm>
            <a:off x="11061319" y="1786637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B85E25-C994-4509-9A0C-219926D4991F}"/>
              </a:ext>
            </a:extLst>
          </p:cNvPr>
          <p:cNvSpPr/>
          <p:nvPr/>
        </p:nvSpPr>
        <p:spPr>
          <a:xfrm>
            <a:off x="10404035" y="178663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F6ED17-BEEF-E7B5-192D-591AFC7569EB}"/>
              </a:ext>
            </a:extLst>
          </p:cNvPr>
          <p:cNvSpPr txBox="1"/>
          <p:nvPr/>
        </p:nvSpPr>
        <p:spPr>
          <a:xfrm>
            <a:off x="5426956" y="1625014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8A3B1D2-3B03-FAD4-970D-ED1D379B3EA6}"/>
              </a:ext>
            </a:extLst>
          </p:cNvPr>
          <p:cNvSpPr/>
          <p:nvPr/>
        </p:nvSpPr>
        <p:spPr>
          <a:xfrm>
            <a:off x="5622462" y="198755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FE02D7-35D5-43D2-DB5B-4008168A4CCF}"/>
              </a:ext>
            </a:extLst>
          </p:cNvPr>
          <p:cNvSpPr/>
          <p:nvPr/>
        </p:nvSpPr>
        <p:spPr>
          <a:xfrm>
            <a:off x="7246718" y="382162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167747-A161-A5A7-086F-BC700C0D2D45}"/>
              </a:ext>
            </a:extLst>
          </p:cNvPr>
          <p:cNvSpPr/>
          <p:nvPr/>
        </p:nvSpPr>
        <p:spPr>
          <a:xfrm>
            <a:off x="6589434" y="382162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49C2B9F-CC7A-75F1-5CDF-18381B048A3B}"/>
              </a:ext>
            </a:extLst>
          </p:cNvPr>
          <p:cNvSpPr/>
          <p:nvPr/>
        </p:nvSpPr>
        <p:spPr>
          <a:xfrm>
            <a:off x="7494750" y="402254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E94728-A6A9-C14D-5416-996CE3CBD3E3}"/>
              </a:ext>
            </a:extLst>
          </p:cNvPr>
          <p:cNvCxnSpPr>
            <a:cxnSpLocks/>
            <a:stCxn id="22" idx="6"/>
            <a:endCxn id="26" idx="1"/>
          </p:cNvCxnSpPr>
          <p:nvPr/>
        </p:nvCxnSpPr>
        <p:spPr>
          <a:xfrm>
            <a:off x="7677630" y="4113985"/>
            <a:ext cx="837751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A906E1D-AF55-B91E-A151-30E3D861F91C}"/>
              </a:ext>
            </a:extLst>
          </p:cNvPr>
          <p:cNvCxnSpPr>
            <a:cxnSpLocks/>
            <a:stCxn id="28" idx="6"/>
            <a:endCxn id="21" idx="1"/>
          </p:cNvCxnSpPr>
          <p:nvPr/>
        </p:nvCxnSpPr>
        <p:spPr>
          <a:xfrm>
            <a:off x="5805342" y="4113985"/>
            <a:ext cx="78409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3A42068-066E-5558-931F-2F236EC07DCC}"/>
              </a:ext>
            </a:extLst>
          </p:cNvPr>
          <p:cNvSpPr/>
          <p:nvPr/>
        </p:nvSpPr>
        <p:spPr>
          <a:xfrm>
            <a:off x="9172665" y="382162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0F3AB1-48D1-17D0-5A90-C486875B4778}"/>
              </a:ext>
            </a:extLst>
          </p:cNvPr>
          <p:cNvSpPr/>
          <p:nvPr/>
        </p:nvSpPr>
        <p:spPr>
          <a:xfrm>
            <a:off x="8515381" y="382162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065E15-81B4-DDDD-9E63-F283B9D13AA3}"/>
              </a:ext>
            </a:extLst>
          </p:cNvPr>
          <p:cNvSpPr txBox="1"/>
          <p:nvPr/>
        </p:nvSpPr>
        <p:spPr>
          <a:xfrm>
            <a:off x="5426956" y="3660002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5139245-5B42-261C-8E12-9179783141A3}"/>
              </a:ext>
            </a:extLst>
          </p:cNvPr>
          <p:cNvSpPr/>
          <p:nvPr/>
        </p:nvSpPr>
        <p:spPr>
          <a:xfrm>
            <a:off x="5622462" y="402254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FA14C93-9E62-09EC-D18E-97111F08B6EA}"/>
              </a:ext>
            </a:extLst>
          </p:cNvPr>
          <p:cNvSpPr/>
          <p:nvPr/>
        </p:nvSpPr>
        <p:spPr>
          <a:xfrm>
            <a:off x="9420697" y="402254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6F725D5-E69B-4DC0-588C-789BDD4B285F}"/>
              </a:ext>
            </a:extLst>
          </p:cNvPr>
          <p:cNvCxnSpPr>
            <a:cxnSpLocks/>
            <a:stCxn id="30" idx="6"/>
          </p:cNvCxnSpPr>
          <p:nvPr/>
        </p:nvCxnSpPr>
        <p:spPr>
          <a:xfrm>
            <a:off x="9603577" y="4113985"/>
            <a:ext cx="800458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A5849E8-1811-5D16-A0B7-9B6330424D10}"/>
              </a:ext>
            </a:extLst>
          </p:cNvPr>
          <p:cNvSpPr txBox="1"/>
          <p:nvPr/>
        </p:nvSpPr>
        <p:spPr>
          <a:xfrm>
            <a:off x="9662355" y="1200489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temp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C56082-B724-0D4F-A0B8-967925BB06DB}"/>
              </a:ext>
            </a:extLst>
          </p:cNvPr>
          <p:cNvCxnSpPr>
            <a:cxnSpLocks/>
            <a:stCxn id="32" idx="2"/>
            <a:endCxn id="17" idx="1"/>
          </p:cNvCxnSpPr>
          <p:nvPr/>
        </p:nvCxnSpPr>
        <p:spPr>
          <a:xfrm>
            <a:off x="10033611" y="1569821"/>
            <a:ext cx="370424" cy="509177"/>
          </a:xfrm>
          <a:prstGeom prst="straightConnector1">
            <a:avLst/>
          </a:prstGeom>
          <a:ln w="28575">
            <a:solidFill>
              <a:srgbClr val="C0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C16638-89CA-51B0-A5BA-0F5094201900}"/>
              </a:ext>
            </a:extLst>
          </p:cNvPr>
          <p:cNvSpPr txBox="1"/>
          <p:nvPr/>
        </p:nvSpPr>
        <p:spPr>
          <a:xfrm>
            <a:off x="7650946" y="2925634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remove_end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(&amp;l);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B75C0B6-59B7-BB6B-4178-946C05E1F310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5615647" y="2169431"/>
            <a:ext cx="59760" cy="51109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11E2015D-AD4C-0BEB-300F-4052B9EE5E9D}"/>
              </a:ext>
            </a:extLst>
          </p:cNvPr>
          <p:cNvSpPr/>
          <p:nvPr/>
        </p:nvSpPr>
        <p:spPr>
          <a:xfrm>
            <a:off x="5524207" y="268053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D6E40A-A459-ED92-1184-2858D2E2E29B}"/>
              </a:ext>
            </a:extLst>
          </p:cNvPr>
          <p:cNvSpPr txBox="1"/>
          <p:nvPr/>
        </p:nvSpPr>
        <p:spPr>
          <a:xfrm>
            <a:off x="5690512" y="254774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842DCB5-5CFC-645F-7BD5-CC31C6E187A7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5650931" y="4189652"/>
            <a:ext cx="59760" cy="51109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65483830-BA98-1189-5886-E81CDD5C7537}"/>
              </a:ext>
            </a:extLst>
          </p:cNvPr>
          <p:cNvSpPr/>
          <p:nvPr/>
        </p:nvSpPr>
        <p:spPr>
          <a:xfrm>
            <a:off x="5559491" y="4700751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88A11D-7E87-56D3-4BE3-AAE8DB1AA259}"/>
              </a:ext>
            </a:extLst>
          </p:cNvPr>
          <p:cNvSpPr txBox="1"/>
          <p:nvPr/>
        </p:nvSpPr>
        <p:spPr>
          <a:xfrm>
            <a:off x="5725796" y="456796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42674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0" grpId="0" animBg="1"/>
      <p:bldP spid="21" grpId="0" animBg="1"/>
      <p:bldP spid="22" grpId="0" animBg="1"/>
      <p:bldP spid="25" grpId="0" animBg="1"/>
      <p:bldP spid="26" grpId="0" animBg="1"/>
      <p:bldP spid="27" grpId="0"/>
      <p:bldP spid="28" grpId="0" animBg="1"/>
      <p:bldP spid="30" grpId="0" animBg="1"/>
      <p:bldP spid="32" grpId="0"/>
      <p:bldP spid="38" grpId="0" animBg="1"/>
      <p:bldP spid="3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81A3F-4436-2617-83F6-F78880440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Correct Implementation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1BA2F7-F62D-9404-6DC4-AC2974234EF2}"/>
              </a:ext>
            </a:extLst>
          </p:cNvPr>
          <p:cNvSpPr txBox="1"/>
          <p:nvPr/>
        </p:nvSpPr>
        <p:spPr>
          <a:xfrm>
            <a:off x="235201" y="1408218"/>
            <a:ext cx="5053460" cy="4031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remove_end_correct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** p){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0432FF"/>
                </a:solidFill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0432FF"/>
                </a:solidFill>
                <a:effectLst/>
                <a:latin typeface="Menlo" panose="020B0609030804020204" pitchFamily="49" charset="0"/>
              </a:rPr>
              <a:t>// check if *p is NULL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*temp = *p;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*previous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(temp-&gt;next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previous = temp;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temp = temp-&gt;next;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free(temp);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(previous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432FF"/>
                </a:solidFill>
                <a:effectLst/>
                <a:latin typeface="Menlo" panose="020B0609030804020204" pitchFamily="49" charset="0"/>
              </a:rPr>
              <a:t>    // list has more than one element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previous-&gt;next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 </a:t>
            </a:r>
            <a:r>
              <a:rPr lang="en-US" sz="1600" dirty="0">
                <a:solidFill>
                  <a:srgbClr val="0432FF"/>
                </a:solidFill>
                <a:effectLst/>
                <a:latin typeface="Menlo" panose="020B0609030804020204" pitchFamily="49" charset="0"/>
              </a:rPr>
              <a:t>// list has only one element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*p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20BE9B-D977-D38D-1CE0-B1D9B23ECE5C}"/>
              </a:ext>
            </a:extLst>
          </p:cNvPr>
          <p:cNvSpPr txBox="1"/>
          <p:nvPr/>
        </p:nvSpPr>
        <p:spPr>
          <a:xfrm>
            <a:off x="9662355" y="1200489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temp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70B99B5-1104-B1F5-192E-005C582E9618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10033611" y="1569821"/>
            <a:ext cx="370424" cy="509177"/>
          </a:xfrm>
          <a:prstGeom prst="straightConnector1">
            <a:avLst/>
          </a:prstGeom>
          <a:ln w="28575">
            <a:solidFill>
              <a:srgbClr val="C0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97CF526-EF37-FAB9-9325-9478506E61D2}"/>
              </a:ext>
            </a:extLst>
          </p:cNvPr>
          <p:cNvSpPr/>
          <p:nvPr/>
        </p:nvSpPr>
        <p:spPr>
          <a:xfrm>
            <a:off x="7246718" y="178663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96C144-0D59-5770-D8D9-CE00C15E1A37}"/>
              </a:ext>
            </a:extLst>
          </p:cNvPr>
          <p:cNvSpPr/>
          <p:nvPr/>
        </p:nvSpPr>
        <p:spPr>
          <a:xfrm>
            <a:off x="6589434" y="178663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3204C3E-E3F6-F5C2-C896-B7247D6E615F}"/>
              </a:ext>
            </a:extLst>
          </p:cNvPr>
          <p:cNvSpPr/>
          <p:nvPr/>
        </p:nvSpPr>
        <p:spPr>
          <a:xfrm>
            <a:off x="7494750" y="198755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D3FDA41-ABEA-3A00-7D31-D23A8673BABF}"/>
              </a:ext>
            </a:extLst>
          </p:cNvPr>
          <p:cNvCxnSpPr>
            <a:cxnSpLocks/>
            <a:stCxn id="36" idx="6"/>
            <a:endCxn id="40" idx="1"/>
          </p:cNvCxnSpPr>
          <p:nvPr/>
        </p:nvCxnSpPr>
        <p:spPr>
          <a:xfrm>
            <a:off x="7677630" y="2078997"/>
            <a:ext cx="837751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BFF0921-CAC5-773C-927F-E9C0BE41FC47}"/>
              </a:ext>
            </a:extLst>
          </p:cNvPr>
          <p:cNvCxnSpPr>
            <a:cxnSpLocks/>
            <a:stCxn id="46" idx="6"/>
            <a:endCxn id="35" idx="1"/>
          </p:cNvCxnSpPr>
          <p:nvPr/>
        </p:nvCxnSpPr>
        <p:spPr>
          <a:xfrm>
            <a:off x="5805342" y="2078997"/>
            <a:ext cx="78409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F31E76A-B5C7-335B-08C6-2365451245BB}"/>
              </a:ext>
            </a:extLst>
          </p:cNvPr>
          <p:cNvSpPr/>
          <p:nvPr/>
        </p:nvSpPr>
        <p:spPr>
          <a:xfrm>
            <a:off x="9172665" y="178663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B2AD37B-3BCC-680C-BE74-73F25C42FEA1}"/>
              </a:ext>
            </a:extLst>
          </p:cNvPr>
          <p:cNvSpPr/>
          <p:nvPr/>
        </p:nvSpPr>
        <p:spPr>
          <a:xfrm>
            <a:off x="8515381" y="178663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109BB7A-2E0D-A357-7FC0-C5E50BA0B31C}"/>
              </a:ext>
            </a:extLst>
          </p:cNvPr>
          <p:cNvSpPr/>
          <p:nvPr/>
        </p:nvSpPr>
        <p:spPr>
          <a:xfrm>
            <a:off x="9420697" y="198755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03BB289-D02C-E854-6AF6-54E40C198E38}"/>
              </a:ext>
            </a:extLst>
          </p:cNvPr>
          <p:cNvCxnSpPr>
            <a:cxnSpLocks/>
            <a:stCxn id="41" idx="6"/>
            <a:endCxn id="44" idx="1"/>
          </p:cNvCxnSpPr>
          <p:nvPr/>
        </p:nvCxnSpPr>
        <p:spPr>
          <a:xfrm>
            <a:off x="9603577" y="2078998"/>
            <a:ext cx="800458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0BC04DA-B7B5-4277-0453-189A10C026BF}"/>
              </a:ext>
            </a:extLst>
          </p:cNvPr>
          <p:cNvSpPr/>
          <p:nvPr/>
        </p:nvSpPr>
        <p:spPr>
          <a:xfrm>
            <a:off x="11061319" y="1786637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AEF1FC8-63B4-9230-7BBD-4D1BCD66425D}"/>
              </a:ext>
            </a:extLst>
          </p:cNvPr>
          <p:cNvSpPr/>
          <p:nvPr/>
        </p:nvSpPr>
        <p:spPr>
          <a:xfrm>
            <a:off x="10404035" y="1786637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538E7A-1C76-FD87-3FB1-2DB501E78E20}"/>
              </a:ext>
            </a:extLst>
          </p:cNvPr>
          <p:cNvSpPr txBox="1"/>
          <p:nvPr/>
        </p:nvSpPr>
        <p:spPr>
          <a:xfrm>
            <a:off x="5426956" y="1625014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478EE5C-5885-DCB2-4183-C499752567C4}"/>
              </a:ext>
            </a:extLst>
          </p:cNvPr>
          <p:cNvSpPr/>
          <p:nvPr/>
        </p:nvSpPr>
        <p:spPr>
          <a:xfrm>
            <a:off x="5622462" y="198755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8A99814-D164-E2F3-48A3-2143A2C61671}"/>
              </a:ext>
            </a:extLst>
          </p:cNvPr>
          <p:cNvSpPr/>
          <p:nvPr/>
        </p:nvSpPr>
        <p:spPr>
          <a:xfrm>
            <a:off x="7246718" y="382162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1EA328-4A9D-3235-F6B3-59C8E172F63F}"/>
              </a:ext>
            </a:extLst>
          </p:cNvPr>
          <p:cNvSpPr/>
          <p:nvPr/>
        </p:nvSpPr>
        <p:spPr>
          <a:xfrm>
            <a:off x="6589434" y="382162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80B511D-7250-3780-06C1-3188B9576389}"/>
              </a:ext>
            </a:extLst>
          </p:cNvPr>
          <p:cNvSpPr/>
          <p:nvPr/>
        </p:nvSpPr>
        <p:spPr>
          <a:xfrm>
            <a:off x="7494750" y="402254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FB296C2-C0F1-6815-0DE9-6B78A8F1D675}"/>
              </a:ext>
            </a:extLst>
          </p:cNvPr>
          <p:cNvCxnSpPr>
            <a:cxnSpLocks/>
            <a:stCxn id="49" idx="6"/>
            <a:endCxn id="53" idx="1"/>
          </p:cNvCxnSpPr>
          <p:nvPr/>
        </p:nvCxnSpPr>
        <p:spPr>
          <a:xfrm>
            <a:off x="7677630" y="4113985"/>
            <a:ext cx="837751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7C1AE5F-FABA-9836-2FB2-A1F7756480D0}"/>
              </a:ext>
            </a:extLst>
          </p:cNvPr>
          <p:cNvCxnSpPr>
            <a:cxnSpLocks/>
            <a:stCxn id="55" idx="6"/>
            <a:endCxn id="48" idx="1"/>
          </p:cNvCxnSpPr>
          <p:nvPr/>
        </p:nvCxnSpPr>
        <p:spPr>
          <a:xfrm>
            <a:off x="5805342" y="4113985"/>
            <a:ext cx="78409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A3CDD7C3-00DD-09F3-E52B-D72871065855}"/>
              </a:ext>
            </a:extLst>
          </p:cNvPr>
          <p:cNvSpPr/>
          <p:nvPr/>
        </p:nvSpPr>
        <p:spPr>
          <a:xfrm>
            <a:off x="8515381" y="3821625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C71799-C683-CF50-F5A3-A68FDC772DBD}"/>
              </a:ext>
            </a:extLst>
          </p:cNvPr>
          <p:cNvSpPr txBox="1"/>
          <p:nvPr/>
        </p:nvSpPr>
        <p:spPr>
          <a:xfrm>
            <a:off x="5426956" y="3660002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B871BCD-2882-F62D-78DA-F4D70C0EBA39}"/>
              </a:ext>
            </a:extLst>
          </p:cNvPr>
          <p:cNvSpPr/>
          <p:nvPr/>
        </p:nvSpPr>
        <p:spPr>
          <a:xfrm>
            <a:off x="5622462" y="402254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397BA7-47AE-1E46-BB18-F240B429515D}"/>
              </a:ext>
            </a:extLst>
          </p:cNvPr>
          <p:cNvSpPr txBox="1"/>
          <p:nvPr/>
        </p:nvSpPr>
        <p:spPr>
          <a:xfrm>
            <a:off x="7705730" y="2817063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remove_end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(&amp;l);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F435FC-E40C-A3F1-F933-87A8663DFFDF}"/>
              </a:ext>
            </a:extLst>
          </p:cNvPr>
          <p:cNvSpPr txBox="1"/>
          <p:nvPr/>
        </p:nvSpPr>
        <p:spPr>
          <a:xfrm>
            <a:off x="7548831" y="1188952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previous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394116F-D37E-E170-E0AB-2720E5EE809C}"/>
              </a:ext>
            </a:extLst>
          </p:cNvPr>
          <p:cNvCxnSpPr>
            <a:cxnSpLocks/>
            <a:stCxn id="59" idx="2"/>
            <a:endCxn id="40" idx="1"/>
          </p:cNvCxnSpPr>
          <p:nvPr/>
        </p:nvCxnSpPr>
        <p:spPr>
          <a:xfrm>
            <a:off x="8199009" y="1558284"/>
            <a:ext cx="316372" cy="520714"/>
          </a:xfrm>
          <a:prstGeom prst="straightConnector1">
            <a:avLst/>
          </a:prstGeom>
          <a:ln w="28575">
            <a:solidFill>
              <a:srgbClr val="C0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8007FF36-FBC3-DB2F-B440-E45ADE886228}"/>
              </a:ext>
            </a:extLst>
          </p:cNvPr>
          <p:cNvSpPr/>
          <p:nvPr/>
        </p:nvSpPr>
        <p:spPr>
          <a:xfrm>
            <a:off x="9171144" y="3821624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A3ED31-B8FC-33BD-7750-27B4DDE9D19B}"/>
              </a:ext>
            </a:extLst>
          </p:cNvPr>
          <p:cNvSpPr txBox="1"/>
          <p:nvPr/>
        </p:nvSpPr>
        <p:spPr>
          <a:xfrm>
            <a:off x="5622462" y="504157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Q: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many memory accesses to remove an element?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O(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 memory accesses!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5C45EB-0957-9364-539A-6748D3AF8283}"/>
              </a:ext>
            </a:extLst>
          </p:cNvPr>
          <p:cNvSpPr txBox="1"/>
          <p:nvPr/>
        </p:nvSpPr>
        <p:spPr>
          <a:xfrm>
            <a:off x="1131289" y="6164767"/>
            <a:ext cx="10132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Since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previous</a:t>
            </a:r>
            <a:r>
              <a:rPr lang="en-US" sz="2000" dirty="0"/>
              <a:t> is just one element before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temp</a:t>
            </a:r>
            <a:r>
              <a:rPr lang="en-US" sz="2000" dirty="0"/>
              <a:t>, can we get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previous</a:t>
            </a:r>
            <a:r>
              <a:rPr lang="en-US" sz="2000" dirty="0"/>
              <a:t> from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temp</a:t>
            </a:r>
            <a:r>
              <a:rPr lang="en-US" sz="2000" dirty="0"/>
              <a:t> directly?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E86D18-4873-B6A5-27C6-7052C39B3CBA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5615647" y="2169431"/>
            <a:ext cx="59760" cy="51109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1212E48-7E32-1BD8-D313-871FFF940037}"/>
              </a:ext>
            </a:extLst>
          </p:cNvPr>
          <p:cNvSpPr/>
          <p:nvPr/>
        </p:nvSpPr>
        <p:spPr>
          <a:xfrm>
            <a:off x="5524207" y="268053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0B5A64-46A5-1C64-902F-C72F9442CC57}"/>
              </a:ext>
            </a:extLst>
          </p:cNvPr>
          <p:cNvSpPr txBox="1"/>
          <p:nvPr/>
        </p:nvSpPr>
        <p:spPr>
          <a:xfrm>
            <a:off x="5690512" y="254774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3EE94F-E4BD-A9C5-23C8-7D3317256A8F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5623480" y="4195060"/>
            <a:ext cx="59760" cy="51109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BD4DBCDC-E29A-3782-FD88-C8D7AC05B385}"/>
              </a:ext>
            </a:extLst>
          </p:cNvPr>
          <p:cNvSpPr/>
          <p:nvPr/>
        </p:nvSpPr>
        <p:spPr>
          <a:xfrm>
            <a:off x="5532040" y="4706159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BAEEA2-81A6-AF80-EB77-B636DFDFE7DB}"/>
              </a:ext>
            </a:extLst>
          </p:cNvPr>
          <p:cNvSpPr txBox="1"/>
          <p:nvPr/>
        </p:nvSpPr>
        <p:spPr>
          <a:xfrm>
            <a:off x="5698345" y="457337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40912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C8EB1-0F8A-FE94-5868-1B98EE9DA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Doubly Linked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563CE-1A0D-0338-1938-4B4561CFF3B8}"/>
              </a:ext>
            </a:extLst>
          </p:cNvPr>
          <p:cNvSpPr txBox="1"/>
          <p:nvPr/>
        </p:nvSpPr>
        <p:spPr>
          <a:xfrm>
            <a:off x="1259840" y="1656080"/>
            <a:ext cx="4507965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prev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next;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0E9893-8FBF-E347-9828-CCC4205A2E39}"/>
              </a:ext>
            </a:extLst>
          </p:cNvPr>
          <p:cNvSpPr txBox="1"/>
          <p:nvPr/>
        </p:nvSpPr>
        <p:spPr>
          <a:xfrm>
            <a:off x="6096000" y="1656080"/>
            <a:ext cx="58116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Q: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should we set </a:t>
            </a:r>
            <a:r>
              <a:rPr lang="en-US" sz="20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prev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field of first element and </a:t>
            </a:r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field of last element? </a:t>
            </a:r>
          </a:p>
          <a:p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 could set them to NULL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6B1A2EB9-CF7B-88D5-8DD8-19F11B2BBFC8}"/>
              </a:ext>
            </a:extLst>
          </p:cNvPr>
          <p:cNvSpPr/>
          <p:nvPr/>
        </p:nvSpPr>
        <p:spPr>
          <a:xfrm>
            <a:off x="5652277" y="5630916"/>
            <a:ext cx="324855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A57ED75B-E836-DCDD-42D9-B17FB7FB7106}"/>
              </a:ext>
            </a:extLst>
          </p:cNvPr>
          <p:cNvSpPr/>
          <p:nvPr/>
        </p:nvSpPr>
        <p:spPr>
          <a:xfrm>
            <a:off x="5340433" y="5630917"/>
            <a:ext cx="31167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0CBEBC9-1B93-CBBD-E7A1-D2EC7B214EC2}"/>
              </a:ext>
            </a:extLst>
          </p:cNvPr>
          <p:cNvSpPr/>
          <p:nvPr/>
        </p:nvSpPr>
        <p:spPr>
          <a:xfrm>
            <a:off x="4825791" y="5630917"/>
            <a:ext cx="514641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9B436301-59A6-A45D-3187-760D25DBEA48}"/>
              </a:ext>
            </a:extLst>
          </p:cNvPr>
          <p:cNvSpPr/>
          <p:nvPr/>
        </p:nvSpPr>
        <p:spPr>
          <a:xfrm>
            <a:off x="5720545" y="583183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0146CBF1-BC1B-5362-2772-782975B3EB1A}"/>
              </a:ext>
            </a:extLst>
          </p:cNvPr>
          <p:cNvSpPr/>
          <p:nvPr/>
        </p:nvSpPr>
        <p:spPr>
          <a:xfrm>
            <a:off x="5404915" y="583183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EC65F35-AA31-3711-21DD-9A550FB64EAF}"/>
              </a:ext>
            </a:extLst>
          </p:cNvPr>
          <p:cNvSpPr/>
          <p:nvPr/>
        </p:nvSpPr>
        <p:spPr>
          <a:xfrm>
            <a:off x="7306555" y="5630920"/>
            <a:ext cx="26794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C9C047F-AA75-CC59-1F0E-D39A1F8A6211}"/>
              </a:ext>
            </a:extLst>
          </p:cNvPr>
          <p:cNvSpPr/>
          <p:nvPr/>
        </p:nvSpPr>
        <p:spPr>
          <a:xfrm>
            <a:off x="3937888" y="5630920"/>
            <a:ext cx="324855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5CFF3A2-9A2D-6B5A-42A0-A9AB9403E3D6}"/>
              </a:ext>
            </a:extLst>
          </p:cNvPr>
          <p:cNvSpPr/>
          <p:nvPr/>
        </p:nvSpPr>
        <p:spPr>
          <a:xfrm>
            <a:off x="3412683" y="5630921"/>
            <a:ext cx="525039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A4DEFDE-73AE-4CD4-637A-9607CED3E6A5}"/>
              </a:ext>
            </a:extLst>
          </p:cNvPr>
          <p:cNvSpPr/>
          <p:nvPr/>
        </p:nvSpPr>
        <p:spPr>
          <a:xfrm>
            <a:off x="2898042" y="5630921"/>
            <a:ext cx="514641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BA10BA45-F606-1894-9528-D3063460F5BD}"/>
              </a:ext>
            </a:extLst>
          </p:cNvPr>
          <p:cNvSpPr/>
          <p:nvPr/>
        </p:nvSpPr>
        <p:spPr>
          <a:xfrm>
            <a:off x="4006156" y="5831841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2D9D3093-5814-949C-EBAD-65DF49A57BC0}"/>
              </a:ext>
            </a:extLst>
          </p:cNvPr>
          <p:cNvCxnSpPr>
            <a:cxnSpLocks/>
            <a:stCxn id="139" idx="6"/>
            <a:endCxn id="132" idx="1"/>
          </p:cNvCxnSpPr>
          <p:nvPr/>
        </p:nvCxnSpPr>
        <p:spPr>
          <a:xfrm flipV="1">
            <a:off x="4189036" y="5923278"/>
            <a:ext cx="636755" cy="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8786AC48-6B1C-F2F5-40E7-F544FEBA7799}"/>
              </a:ext>
            </a:extLst>
          </p:cNvPr>
          <p:cNvCxnSpPr>
            <a:cxnSpLocks/>
            <a:stCxn id="149" idx="6"/>
            <a:endCxn id="138" idx="1"/>
          </p:cNvCxnSpPr>
          <p:nvPr/>
        </p:nvCxnSpPr>
        <p:spPr>
          <a:xfrm>
            <a:off x="2347228" y="5923281"/>
            <a:ext cx="550814" cy="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FA10354-6499-86DF-5D4F-3F5F4B745235}"/>
              </a:ext>
            </a:extLst>
          </p:cNvPr>
          <p:cNvSpPr/>
          <p:nvPr/>
        </p:nvSpPr>
        <p:spPr>
          <a:xfrm>
            <a:off x="7035351" y="5630921"/>
            <a:ext cx="26794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3C9A4B4-F553-5821-5AD8-2282657461C5}"/>
              </a:ext>
            </a:extLst>
          </p:cNvPr>
          <p:cNvSpPr/>
          <p:nvPr/>
        </p:nvSpPr>
        <p:spPr>
          <a:xfrm>
            <a:off x="6520709" y="5630921"/>
            <a:ext cx="514641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DE61A637-52C4-C0B1-A9AB-F8FD1B2EC518}"/>
              </a:ext>
            </a:extLst>
          </p:cNvPr>
          <p:cNvSpPr/>
          <p:nvPr/>
        </p:nvSpPr>
        <p:spPr>
          <a:xfrm>
            <a:off x="7354503" y="5831842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33817035-3856-7EBF-20B2-AF2E5E3FAE7A}"/>
              </a:ext>
            </a:extLst>
          </p:cNvPr>
          <p:cNvCxnSpPr>
            <a:cxnSpLocks/>
            <a:stCxn id="144" idx="6"/>
            <a:endCxn id="147" idx="1"/>
          </p:cNvCxnSpPr>
          <p:nvPr/>
        </p:nvCxnSpPr>
        <p:spPr>
          <a:xfrm>
            <a:off x="7537383" y="5923282"/>
            <a:ext cx="577340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BD92631F-3A48-DE85-470A-9B5998A360C8}"/>
              </a:ext>
            </a:extLst>
          </p:cNvPr>
          <p:cNvSpPr/>
          <p:nvPr/>
        </p:nvSpPr>
        <p:spPr>
          <a:xfrm>
            <a:off x="8941041" y="5630919"/>
            <a:ext cx="49974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NULL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E52E5F17-B856-762F-485A-FA63BFF623EF}"/>
              </a:ext>
            </a:extLst>
          </p:cNvPr>
          <p:cNvSpPr/>
          <p:nvPr/>
        </p:nvSpPr>
        <p:spPr>
          <a:xfrm>
            <a:off x="8114723" y="5630921"/>
            <a:ext cx="514641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009449D-6DF5-0DA3-E814-F335B8802BFB}"/>
              </a:ext>
            </a:extLst>
          </p:cNvPr>
          <p:cNvSpPr txBox="1"/>
          <p:nvPr/>
        </p:nvSpPr>
        <p:spPr>
          <a:xfrm>
            <a:off x="1989162" y="5469298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E690C066-2D6F-CE24-B17B-327E6EE7C608}"/>
              </a:ext>
            </a:extLst>
          </p:cNvPr>
          <p:cNvSpPr/>
          <p:nvPr/>
        </p:nvSpPr>
        <p:spPr>
          <a:xfrm>
            <a:off x="2164348" y="5831841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2566D235-A19E-1A3E-1A6D-BE74D9620E06}"/>
              </a:ext>
            </a:extLst>
          </p:cNvPr>
          <p:cNvSpPr/>
          <p:nvPr/>
        </p:nvSpPr>
        <p:spPr>
          <a:xfrm>
            <a:off x="7093459" y="583184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1" name="Curved Connector 150">
            <a:extLst>
              <a:ext uri="{FF2B5EF4-FFF2-40B4-BE49-F238E27FC236}">
                <a16:creationId xmlns:a16="http://schemas.microsoft.com/office/drawing/2014/main" id="{999D11A1-DB48-F4F2-923F-BE2E07DC5057}"/>
              </a:ext>
            </a:extLst>
          </p:cNvPr>
          <p:cNvCxnSpPr>
            <a:cxnSpLocks/>
            <a:stCxn id="134" idx="0"/>
            <a:endCxn id="138" idx="1"/>
          </p:cNvCxnSpPr>
          <p:nvPr/>
        </p:nvCxnSpPr>
        <p:spPr>
          <a:xfrm rot="16200000" flipH="1" flipV="1">
            <a:off x="4151476" y="4578402"/>
            <a:ext cx="91446" cy="2598313"/>
          </a:xfrm>
          <a:prstGeom prst="curvedConnector4">
            <a:avLst>
              <a:gd name="adj1" fmla="val -469692"/>
              <a:gd name="adj2" fmla="val 108798"/>
            </a:avLst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0531F44-F18C-A2B1-DF81-023F4D25D775}"/>
              </a:ext>
            </a:extLst>
          </p:cNvPr>
          <p:cNvSpPr/>
          <p:nvPr/>
        </p:nvSpPr>
        <p:spPr>
          <a:xfrm>
            <a:off x="8629365" y="5630919"/>
            <a:ext cx="31167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3190DECF-22FA-4EDA-7BCE-B93BE00789F5}"/>
              </a:ext>
            </a:extLst>
          </p:cNvPr>
          <p:cNvSpPr/>
          <p:nvPr/>
        </p:nvSpPr>
        <p:spPr>
          <a:xfrm>
            <a:off x="8687473" y="583184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4" name="Curved Connector 153">
            <a:extLst>
              <a:ext uri="{FF2B5EF4-FFF2-40B4-BE49-F238E27FC236}">
                <a16:creationId xmlns:a16="http://schemas.microsoft.com/office/drawing/2014/main" id="{2F30AB9F-68AD-8E7A-1754-18D86F4D939D}"/>
              </a:ext>
            </a:extLst>
          </p:cNvPr>
          <p:cNvCxnSpPr>
            <a:cxnSpLocks/>
            <a:stCxn id="153" idx="0"/>
            <a:endCxn id="143" idx="1"/>
          </p:cNvCxnSpPr>
          <p:nvPr/>
        </p:nvCxnSpPr>
        <p:spPr>
          <a:xfrm rot="16200000" flipH="1" flipV="1">
            <a:off x="7604090" y="4748459"/>
            <a:ext cx="91442" cy="2258204"/>
          </a:xfrm>
          <a:prstGeom prst="curvedConnector4">
            <a:avLst>
              <a:gd name="adj1" fmla="val -469717"/>
              <a:gd name="adj2" fmla="val 110123"/>
            </a:avLst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Curved Connector 154">
            <a:extLst>
              <a:ext uri="{FF2B5EF4-FFF2-40B4-BE49-F238E27FC236}">
                <a16:creationId xmlns:a16="http://schemas.microsoft.com/office/drawing/2014/main" id="{EC1AA30E-987E-39DA-9CD2-CB813D2CD393}"/>
              </a:ext>
            </a:extLst>
          </p:cNvPr>
          <p:cNvCxnSpPr>
            <a:cxnSpLocks/>
            <a:stCxn id="150" idx="0"/>
            <a:endCxn id="132" idx="1"/>
          </p:cNvCxnSpPr>
          <p:nvPr/>
        </p:nvCxnSpPr>
        <p:spPr>
          <a:xfrm rot="16200000" flipH="1" flipV="1">
            <a:off x="5959626" y="4698005"/>
            <a:ext cx="91438" cy="2359108"/>
          </a:xfrm>
          <a:prstGeom prst="curvedConnector4">
            <a:avLst>
              <a:gd name="adj1" fmla="val -469742"/>
              <a:gd name="adj2" fmla="val 109690"/>
            </a:avLst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BB1D0745-4990-B45F-49F9-B2D7FA93CD94}"/>
              </a:ext>
            </a:extLst>
          </p:cNvPr>
          <p:cNvCxnSpPr>
            <a:cxnSpLocks/>
            <a:stCxn id="133" idx="6"/>
            <a:endCxn id="143" idx="1"/>
          </p:cNvCxnSpPr>
          <p:nvPr/>
        </p:nvCxnSpPr>
        <p:spPr>
          <a:xfrm>
            <a:off x="5903425" y="5923277"/>
            <a:ext cx="617284" cy="5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316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C8EB1-0F8A-FE94-5868-1B98EE9DA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Doubly Linked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563CE-1A0D-0338-1938-4B4561CFF3B8}"/>
              </a:ext>
            </a:extLst>
          </p:cNvPr>
          <p:cNvSpPr txBox="1"/>
          <p:nvPr/>
        </p:nvSpPr>
        <p:spPr>
          <a:xfrm>
            <a:off x="1259840" y="1656080"/>
            <a:ext cx="4507965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prev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next;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0E9893-8FBF-E347-9828-CCC4205A2E39}"/>
              </a:ext>
            </a:extLst>
          </p:cNvPr>
          <p:cNvSpPr txBox="1"/>
          <p:nvPr/>
        </p:nvSpPr>
        <p:spPr>
          <a:xfrm>
            <a:off x="1061181" y="4090874"/>
            <a:ext cx="40555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Q: 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How to identify the end of the list?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A: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l-&gt;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prev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is the last element</a:t>
            </a:r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108A6F-5C3E-A198-CBB0-0ECF7AD0BD77}"/>
              </a:ext>
            </a:extLst>
          </p:cNvPr>
          <p:cNvSpPr txBox="1"/>
          <p:nvPr/>
        </p:nvSpPr>
        <p:spPr>
          <a:xfrm>
            <a:off x="6096000" y="1656080"/>
            <a:ext cx="5811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Q: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should we set </a:t>
            </a:r>
            <a:r>
              <a:rPr lang="en-US" sz="2000" dirty="0" err="1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prev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field of first element and </a:t>
            </a:r>
            <a:r>
              <a:rPr lang="en-US" sz="20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field of last element? </a:t>
            </a:r>
          </a:p>
          <a:p>
            <a:endParaRPr lang="en-US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strike="sng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 could set them to NULL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Better idea: </a:t>
            </a:r>
            <a:r>
              <a:rPr lang="en-US" sz="20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Circularly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link the list </a:t>
            </a:r>
            <a:endParaRPr lang="en-US" sz="24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0B90B29-7246-B3F7-6CB9-C252B4123694}"/>
              </a:ext>
            </a:extLst>
          </p:cNvPr>
          <p:cNvSpPr txBox="1"/>
          <p:nvPr/>
        </p:nvSpPr>
        <p:spPr>
          <a:xfrm>
            <a:off x="5554382" y="4085535"/>
            <a:ext cx="59050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Q: 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How many memory accesses to remove an element?</a:t>
            </a:r>
          </a:p>
          <a:p>
            <a:r>
              <a:rPr lang="en-US" sz="2000" b="1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A: </a:t>
            </a:r>
            <a:r>
              <a:rPr lang="en-US" sz="20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O(1) memory accesses</a:t>
            </a:r>
            <a:endParaRPr lang="en-US" sz="24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44C2780-B654-19D1-E114-FD6478D98296}"/>
              </a:ext>
            </a:extLst>
          </p:cNvPr>
          <p:cNvSpPr/>
          <p:nvPr/>
        </p:nvSpPr>
        <p:spPr>
          <a:xfrm>
            <a:off x="5442033" y="5630714"/>
            <a:ext cx="324855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F634274-DC80-B76E-3A85-D6DFB94483AD}"/>
              </a:ext>
            </a:extLst>
          </p:cNvPr>
          <p:cNvSpPr/>
          <p:nvPr/>
        </p:nvSpPr>
        <p:spPr>
          <a:xfrm>
            <a:off x="5130189" y="5630715"/>
            <a:ext cx="31167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E89C272-E6E4-DA58-9751-EC6380AA21DD}"/>
              </a:ext>
            </a:extLst>
          </p:cNvPr>
          <p:cNvSpPr/>
          <p:nvPr/>
        </p:nvSpPr>
        <p:spPr>
          <a:xfrm>
            <a:off x="4615547" y="5630715"/>
            <a:ext cx="514641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46279EA-CDE9-A886-3E76-653F8DA8D42D}"/>
              </a:ext>
            </a:extLst>
          </p:cNvPr>
          <p:cNvSpPr/>
          <p:nvPr/>
        </p:nvSpPr>
        <p:spPr>
          <a:xfrm>
            <a:off x="5510301" y="583163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C75BDF7-65E1-5F70-55E6-C3AE57F4B0C1}"/>
              </a:ext>
            </a:extLst>
          </p:cNvPr>
          <p:cNvSpPr/>
          <p:nvPr/>
        </p:nvSpPr>
        <p:spPr>
          <a:xfrm>
            <a:off x="5194671" y="5831634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E8D736C-D958-228B-9CCF-8B1BF61E41B4}"/>
              </a:ext>
            </a:extLst>
          </p:cNvPr>
          <p:cNvSpPr/>
          <p:nvPr/>
        </p:nvSpPr>
        <p:spPr>
          <a:xfrm>
            <a:off x="7096311" y="5630718"/>
            <a:ext cx="26794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11030CB-2015-0694-D35B-E7D741CF417E}"/>
              </a:ext>
            </a:extLst>
          </p:cNvPr>
          <p:cNvSpPr/>
          <p:nvPr/>
        </p:nvSpPr>
        <p:spPr>
          <a:xfrm>
            <a:off x="3727644" y="5630718"/>
            <a:ext cx="324855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01331BF-0058-9081-2477-B2FF1290F9CD}"/>
              </a:ext>
            </a:extLst>
          </p:cNvPr>
          <p:cNvSpPr/>
          <p:nvPr/>
        </p:nvSpPr>
        <p:spPr>
          <a:xfrm>
            <a:off x="3415800" y="5630719"/>
            <a:ext cx="31167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4DEF4E0-D954-845B-DC21-2180124F6096}"/>
              </a:ext>
            </a:extLst>
          </p:cNvPr>
          <p:cNvSpPr/>
          <p:nvPr/>
        </p:nvSpPr>
        <p:spPr>
          <a:xfrm>
            <a:off x="2901158" y="5630719"/>
            <a:ext cx="514641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942E308-9804-5309-47E9-5EAD4225C393}"/>
              </a:ext>
            </a:extLst>
          </p:cNvPr>
          <p:cNvSpPr/>
          <p:nvPr/>
        </p:nvSpPr>
        <p:spPr>
          <a:xfrm>
            <a:off x="3795912" y="5831639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9EE82FA-753A-E86B-F63C-49BBE50FC6DE}"/>
              </a:ext>
            </a:extLst>
          </p:cNvPr>
          <p:cNvCxnSpPr>
            <a:cxnSpLocks/>
            <a:stCxn id="79" idx="6"/>
            <a:endCxn id="72" idx="1"/>
          </p:cNvCxnSpPr>
          <p:nvPr/>
        </p:nvCxnSpPr>
        <p:spPr>
          <a:xfrm flipV="1">
            <a:off x="3978792" y="5923076"/>
            <a:ext cx="636755" cy="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7EB1081-7EFD-D0AE-34D0-644067BB6544}"/>
              </a:ext>
            </a:extLst>
          </p:cNvPr>
          <p:cNvCxnSpPr>
            <a:cxnSpLocks/>
            <a:stCxn id="89" idx="6"/>
            <a:endCxn id="78" idx="1"/>
          </p:cNvCxnSpPr>
          <p:nvPr/>
        </p:nvCxnSpPr>
        <p:spPr>
          <a:xfrm>
            <a:off x="2350344" y="5923079"/>
            <a:ext cx="550814" cy="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F64670ED-AFDF-4440-7DEF-096AD89F9FD7}"/>
              </a:ext>
            </a:extLst>
          </p:cNvPr>
          <p:cNvSpPr/>
          <p:nvPr/>
        </p:nvSpPr>
        <p:spPr>
          <a:xfrm>
            <a:off x="6825107" y="5630719"/>
            <a:ext cx="26794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BF09668-D9ED-3CCD-5D97-95EB9BDBFB91}"/>
              </a:ext>
            </a:extLst>
          </p:cNvPr>
          <p:cNvSpPr/>
          <p:nvPr/>
        </p:nvSpPr>
        <p:spPr>
          <a:xfrm>
            <a:off x="6310465" y="5630719"/>
            <a:ext cx="514641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8189109-A642-9220-EDBA-46D092A2FEE4}"/>
              </a:ext>
            </a:extLst>
          </p:cNvPr>
          <p:cNvSpPr/>
          <p:nvPr/>
        </p:nvSpPr>
        <p:spPr>
          <a:xfrm>
            <a:off x="7144259" y="583164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4408F01-09D3-EED7-3920-FFDAB305D80A}"/>
              </a:ext>
            </a:extLst>
          </p:cNvPr>
          <p:cNvCxnSpPr>
            <a:cxnSpLocks/>
            <a:stCxn id="84" idx="6"/>
            <a:endCxn id="87" idx="1"/>
          </p:cNvCxnSpPr>
          <p:nvPr/>
        </p:nvCxnSpPr>
        <p:spPr>
          <a:xfrm>
            <a:off x="7327139" y="5923080"/>
            <a:ext cx="577340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1CA71309-6E93-23BC-4703-B8F108488856}"/>
              </a:ext>
            </a:extLst>
          </p:cNvPr>
          <p:cNvSpPr/>
          <p:nvPr/>
        </p:nvSpPr>
        <p:spPr>
          <a:xfrm>
            <a:off x="8730798" y="5630717"/>
            <a:ext cx="276910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1D56F2C-97A7-1DFB-AB2E-EE27458233F7}"/>
              </a:ext>
            </a:extLst>
          </p:cNvPr>
          <p:cNvSpPr/>
          <p:nvPr/>
        </p:nvSpPr>
        <p:spPr>
          <a:xfrm>
            <a:off x="7904479" y="5630719"/>
            <a:ext cx="514641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AA65710-B7E4-D106-53B1-1426E0BEE7E5}"/>
              </a:ext>
            </a:extLst>
          </p:cNvPr>
          <p:cNvSpPr txBox="1"/>
          <p:nvPr/>
        </p:nvSpPr>
        <p:spPr>
          <a:xfrm>
            <a:off x="1992278" y="5469096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F1EF541-7D51-C84A-8B1F-ED7216303167}"/>
              </a:ext>
            </a:extLst>
          </p:cNvPr>
          <p:cNvSpPr/>
          <p:nvPr/>
        </p:nvSpPr>
        <p:spPr>
          <a:xfrm>
            <a:off x="2167464" y="5831639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0790A2B5-96F3-4DE8-BCE1-C879044C9F94}"/>
              </a:ext>
            </a:extLst>
          </p:cNvPr>
          <p:cNvSpPr/>
          <p:nvPr/>
        </p:nvSpPr>
        <p:spPr>
          <a:xfrm>
            <a:off x="6883215" y="583163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Curved Connector 90">
            <a:extLst>
              <a:ext uri="{FF2B5EF4-FFF2-40B4-BE49-F238E27FC236}">
                <a16:creationId xmlns:a16="http://schemas.microsoft.com/office/drawing/2014/main" id="{9C3284DB-1E20-3C8E-38EE-8B8DC5E21DAA}"/>
              </a:ext>
            </a:extLst>
          </p:cNvPr>
          <p:cNvCxnSpPr>
            <a:cxnSpLocks/>
            <a:stCxn id="74" idx="0"/>
            <a:endCxn id="78" idx="1"/>
          </p:cNvCxnSpPr>
          <p:nvPr/>
        </p:nvCxnSpPr>
        <p:spPr>
          <a:xfrm rot="16200000" flipH="1" flipV="1">
            <a:off x="4047912" y="4684880"/>
            <a:ext cx="91446" cy="2384953"/>
          </a:xfrm>
          <a:prstGeom prst="curvedConnector4">
            <a:avLst>
              <a:gd name="adj1" fmla="val -469692"/>
              <a:gd name="adj2" fmla="val 109585"/>
            </a:avLst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B3273480-D983-712F-7B6F-AB530FAC9A87}"/>
              </a:ext>
            </a:extLst>
          </p:cNvPr>
          <p:cNvSpPr/>
          <p:nvPr/>
        </p:nvSpPr>
        <p:spPr>
          <a:xfrm>
            <a:off x="8419121" y="5630717"/>
            <a:ext cx="31167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B039014-E6F1-8068-471B-9C3CDFF870F8}"/>
              </a:ext>
            </a:extLst>
          </p:cNvPr>
          <p:cNvSpPr/>
          <p:nvPr/>
        </p:nvSpPr>
        <p:spPr>
          <a:xfrm>
            <a:off x="8477229" y="583163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Curved Connector 93">
            <a:extLst>
              <a:ext uri="{FF2B5EF4-FFF2-40B4-BE49-F238E27FC236}">
                <a16:creationId xmlns:a16="http://schemas.microsoft.com/office/drawing/2014/main" id="{8814A633-2629-22E7-7D64-23A2B4C7B487}"/>
              </a:ext>
            </a:extLst>
          </p:cNvPr>
          <p:cNvCxnSpPr>
            <a:cxnSpLocks/>
            <a:stCxn id="93" idx="0"/>
            <a:endCxn id="83" idx="1"/>
          </p:cNvCxnSpPr>
          <p:nvPr/>
        </p:nvCxnSpPr>
        <p:spPr>
          <a:xfrm rot="16200000" flipH="1" flipV="1">
            <a:off x="7393846" y="4748257"/>
            <a:ext cx="91442" cy="2258204"/>
          </a:xfrm>
          <a:prstGeom prst="curvedConnector4">
            <a:avLst>
              <a:gd name="adj1" fmla="val -469717"/>
              <a:gd name="adj2" fmla="val 110123"/>
            </a:avLst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9A3BCE4E-2BBD-9E5D-63B0-1A49CC89DA3B}"/>
              </a:ext>
            </a:extLst>
          </p:cNvPr>
          <p:cNvSpPr/>
          <p:nvPr/>
        </p:nvSpPr>
        <p:spPr>
          <a:xfrm>
            <a:off x="3480282" y="583163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Curved Connector 95">
            <a:extLst>
              <a:ext uri="{FF2B5EF4-FFF2-40B4-BE49-F238E27FC236}">
                <a16:creationId xmlns:a16="http://schemas.microsoft.com/office/drawing/2014/main" id="{E75E1AD4-149F-EC39-8EF7-8E2B1D903B8D}"/>
              </a:ext>
            </a:extLst>
          </p:cNvPr>
          <p:cNvCxnSpPr>
            <a:cxnSpLocks/>
            <a:stCxn id="95" idx="4"/>
            <a:endCxn id="87" idx="1"/>
          </p:cNvCxnSpPr>
          <p:nvPr/>
        </p:nvCxnSpPr>
        <p:spPr>
          <a:xfrm rot="5400000" flipH="1" flipV="1">
            <a:off x="5692381" y="3802420"/>
            <a:ext cx="91438" cy="4332757"/>
          </a:xfrm>
          <a:prstGeom prst="curvedConnector4">
            <a:avLst>
              <a:gd name="adj1" fmla="val -361121"/>
              <a:gd name="adj2" fmla="val 101705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62EDA6E3-6FC8-18A6-C4D7-DE3DCC126150}"/>
              </a:ext>
            </a:extLst>
          </p:cNvPr>
          <p:cNvSpPr/>
          <p:nvPr/>
        </p:nvSpPr>
        <p:spPr>
          <a:xfrm>
            <a:off x="8778913" y="583163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Curved Connector 97">
            <a:extLst>
              <a:ext uri="{FF2B5EF4-FFF2-40B4-BE49-F238E27FC236}">
                <a16:creationId xmlns:a16="http://schemas.microsoft.com/office/drawing/2014/main" id="{6B3FA9C5-5570-AFE6-324B-3CA75FF8B0DF}"/>
              </a:ext>
            </a:extLst>
          </p:cNvPr>
          <p:cNvCxnSpPr>
            <a:cxnSpLocks/>
            <a:stCxn id="97" idx="4"/>
            <a:endCxn id="78" idx="1"/>
          </p:cNvCxnSpPr>
          <p:nvPr/>
        </p:nvCxnSpPr>
        <p:spPr>
          <a:xfrm rot="5400000" flipH="1">
            <a:off x="5840037" y="2984202"/>
            <a:ext cx="91437" cy="5969195"/>
          </a:xfrm>
          <a:prstGeom prst="curvedConnector4">
            <a:avLst>
              <a:gd name="adj1" fmla="val -469749"/>
              <a:gd name="adj2" fmla="val 103830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urved Connector 98">
            <a:extLst>
              <a:ext uri="{FF2B5EF4-FFF2-40B4-BE49-F238E27FC236}">
                <a16:creationId xmlns:a16="http://schemas.microsoft.com/office/drawing/2014/main" id="{3E18AD73-D242-E8E9-85B9-87486F84F501}"/>
              </a:ext>
            </a:extLst>
          </p:cNvPr>
          <p:cNvCxnSpPr>
            <a:cxnSpLocks/>
            <a:stCxn id="90" idx="0"/>
            <a:endCxn id="72" idx="1"/>
          </p:cNvCxnSpPr>
          <p:nvPr/>
        </p:nvCxnSpPr>
        <p:spPr>
          <a:xfrm rot="16200000" flipH="1" flipV="1">
            <a:off x="5749382" y="4697803"/>
            <a:ext cx="91438" cy="2359108"/>
          </a:xfrm>
          <a:prstGeom prst="curvedConnector4">
            <a:avLst>
              <a:gd name="adj1" fmla="val -469742"/>
              <a:gd name="adj2" fmla="val 109690"/>
            </a:avLst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4376F97A-533A-0DA0-F504-196924ECBA27}"/>
              </a:ext>
            </a:extLst>
          </p:cNvPr>
          <p:cNvCxnSpPr>
            <a:cxnSpLocks/>
            <a:stCxn id="73" idx="6"/>
            <a:endCxn id="83" idx="1"/>
          </p:cNvCxnSpPr>
          <p:nvPr/>
        </p:nvCxnSpPr>
        <p:spPr>
          <a:xfrm>
            <a:off x="5693181" y="5923075"/>
            <a:ext cx="617284" cy="5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10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E7340-2740-48DD-98D4-98EE5BC5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Correct Implementation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602507-1AEE-DB4F-0D15-1BBA624D33A7}"/>
              </a:ext>
            </a:extLst>
          </p:cNvPr>
          <p:cNvSpPr txBox="1"/>
          <p:nvPr/>
        </p:nvSpPr>
        <p:spPr>
          <a:xfrm>
            <a:off x="225519" y="3617032"/>
            <a:ext cx="4786888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remove_end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** p){</a:t>
            </a:r>
          </a:p>
          <a:p>
            <a:r>
              <a:rPr lang="en-US" dirty="0">
                <a:solidFill>
                  <a:srgbClr val="0432FF"/>
                </a:solidFill>
                <a:effectLst/>
                <a:latin typeface="Menlo" panose="020B0609030804020204" pitchFamily="49" charset="0"/>
              </a:rPr>
              <a:t>  // check if *p is NULL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*first = *p;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*last =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first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prev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*previous = last-&gt;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prev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previous-&gt;next = last-&gt;next;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first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prev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previous;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free(last);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751754-828E-84DE-16AE-AC50884CD4A5}"/>
              </a:ext>
            </a:extLst>
          </p:cNvPr>
          <p:cNvSpPr/>
          <p:nvPr/>
        </p:nvSpPr>
        <p:spPr>
          <a:xfrm>
            <a:off x="8528871" y="4492798"/>
            <a:ext cx="26794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70A46B7-D273-5D62-3EC8-37AAD646DC8E}"/>
              </a:ext>
            </a:extLst>
          </p:cNvPr>
          <p:cNvSpPr/>
          <p:nvPr/>
        </p:nvSpPr>
        <p:spPr>
          <a:xfrm>
            <a:off x="6836604" y="4492798"/>
            <a:ext cx="324855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D83701-3D46-00F6-447A-FE6CA9C43CC4}"/>
              </a:ext>
            </a:extLst>
          </p:cNvPr>
          <p:cNvSpPr/>
          <p:nvPr/>
        </p:nvSpPr>
        <p:spPr>
          <a:xfrm>
            <a:off x="6524760" y="4492799"/>
            <a:ext cx="31167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3C563D-59E0-A3B8-AD02-67737E1184AF}"/>
              </a:ext>
            </a:extLst>
          </p:cNvPr>
          <p:cNvSpPr/>
          <p:nvPr/>
        </p:nvSpPr>
        <p:spPr>
          <a:xfrm>
            <a:off x="6010118" y="4492799"/>
            <a:ext cx="514641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86C401B-A87E-2B20-4826-B36422E11D52}"/>
              </a:ext>
            </a:extLst>
          </p:cNvPr>
          <p:cNvSpPr/>
          <p:nvPr/>
        </p:nvSpPr>
        <p:spPr>
          <a:xfrm>
            <a:off x="6904872" y="4693719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9983477-8910-0F63-1392-CE10CC3BC888}"/>
              </a:ext>
            </a:extLst>
          </p:cNvPr>
          <p:cNvCxnSpPr>
            <a:cxnSpLocks/>
            <a:stCxn id="33" idx="6"/>
            <a:endCxn id="37" idx="1"/>
          </p:cNvCxnSpPr>
          <p:nvPr/>
        </p:nvCxnSpPr>
        <p:spPr>
          <a:xfrm>
            <a:off x="7087752" y="4785159"/>
            <a:ext cx="655273" cy="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D5662B9-8629-0746-36F5-72B46F3662BC}"/>
              </a:ext>
            </a:extLst>
          </p:cNvPr>
          <p:cNvCxnSpPr>
            <a:cxnSpLocks/>
            <a:stCxn id="43" idx="6"/>
            <a:endCxn id="32" idx="1"/>
          </p:cNvCxnSpPr>
          <p:nvPr/>
        </p:nvCxnSpPr>
        <p:spPr>
          <a:xfrm>
            <a:off x="5459304" y="4785159"/>
            <a:ext cx="550814" cy="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0BF3F50F-4A11-D621-86DC-58DB6EC54E4A}"/>
              </a:ext>
            </a:extLst>
          </p:cNvPr>
          <p:cNvSpPr/>
          <p:nvPr/>
        </p:nvSpPr>
        <p:spPr>
          <a:xfrm>
            <a:off x="8257667" y="4492799"/>
            <a:ext cx="26794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C4C24B9-B9CB-33F4-9E22-08316A8ACC70}"/>
              </a:ext>
            </a:extLst>
          </p:cNvPr>
          <p:cNvSpPr/>
          <p:nvPr/>
        </p:nvSpPr>
        <p:spPr>
          <a:xfrm>
            <a:off x="7743025" y="4492799"/>
            <a:ext cx="514641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0FF2CA8-B096-D54F-61F3-D747002AE8D9}"/>
              </a:ext>
            </a:extLst>
          </p:cNvPr>
          <p:cNvSpPr/>
          <p:nvPr/>
        </p:nvSpPr>
        <p:spPr>
          <a:xfrm>
            <a:off x="8576819" y="469372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1B2C2A9-2233-8E48-176E-B79B0D0ED93E}"/>
              </a:ext>
            </a:extLst>
          </p:cNvPr>
          <p:cNvCxnSpPr>
            <a:cxnSpLocks/>
            <a:stCxn id="38" idx="6"/>
            <a:endCxn id="41" idx="1"/>
          </p:cNvCxnSpPr>
          <p:nvPr/>
        </p:nvCxnSpPr>
        <p:spPr>
          <a:xfrm>
            <a:off x="8759699" y="4785160"/>
            <a:ext cx="628140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F9C2550-B313-E4A6-78B9-A5348D6159AD}"/>
              </a:ext>
            </a:extLst>
          </p:cNvPr>
          <p:cNvSpPr/>
          <p:nvPr/>
        </p:nvSpPr>
        <p:spPr>
          <a:xfrm>
            <a:off x="10214158" y="4492797"/>
            <a:ext cx="276910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9A1C7B-C18B-156F-6706-44FB0E88644E}"/>
              </a:ext>
            </a:extLst>
          </p:cNvPr>
          <p:cNvSpPr/>
          <p:nvPr/>
        </p:nvSpPr>
        <p:spPr>
          <a:xfrm>
            <a:off x="9387839" y="4492799"/>
            <a:ext cx="514641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95D025-3EAC-E591-0CB9-1F814C738B99}"/>
              </a:ext>
            </a:extLst>
          </p:cNvPr>
          <p:cNvSpPr txBox="1"/>
          <p:nvPr/>
        </p:nvSpPr>
        <p:spPr>
          <a:xfrm>
            <a:off x="5101238" y="4331176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A45BCD8-C935-33A3-BDD0-85D18A77EC49}"/>
              </a:ext>
            </a:extLst>
          </p:cNvPr>
          <p:cNvSpPr/>
          <p:nvPr/>
        </p:nvSpPr>
        <p:spPr>
          <a:xfrm>
            <a:off x="5276424" y="4693719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DB10A42-CF51-1EF7-1BB1-B19500EE737A}"/>
              </a:ext>
            </a:extLst>
          </p:cNvPr>
          <p:cNvSpPr/>
          <p:nvPr/>
        </p:nvSpPr>
        <p:spPr>
          <a:xfrm>
            <a:off x="8315775" y="469371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39E93D1F-1912-0618-AA5E-FD38AE0D0548}"/>
              </a:ext>
            </a:extLst>
          </p:cNvPr>
          <p:cNvCxnSpPr>
            <a:cxnSpLocks/>
            <a:stCxn id="44" idx="0"/>
            <a:endCxn id="32" idx="1"/>
          </p:cNvCxnSpPr>
          <p:nvPr/>
        </p:nvCxnSpPr>
        <p:spPr>
          <a:xfrm rot="16200000" flipH="1" flipV="1">
            <a:off x="7162946" y="3540890"/>
            <a:ext cx="91442" cy="2397097"/>
          </a:xfrm>
          <a:prstGeom prst="curvedConnector4">
            <a:avLst>
              <a:gd name="adj1" fmla="val -469717"/>
              <a:gd name="adj2" fmla="val 109537"/>
            </a:avLst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07020FF3-20DA-02A8-4B05-298FCD4EA2F6}"/>
              </a:ext>
            </a:extLst>
          </p:cNvPr>
          <p:cNvSpPr/>
          <p:nvPr/>
        </p:nvSpPr>
        <p:spPr>
          <a:xfrm>
            <a:off x="9902481" y="4492797"/>
            <a:ext cx="31167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42CB63D-EA1B-5E1D-D1C8-72358C94D53C}"/>
              </a:ext>
            </a:extLst>
          </p:cNvPr>
          <p:cNvSpPr/>
          <p:nvPr/>
        </p:nvSpPr>
        <p:spPr>
          <a:xfrm>
            <a:off x="9960589" y="469371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66D152A8-5CF4-7A82-EF3D-4E0A1A21AAD0}"/>
              </a:ext>
            </a:extLst>
          </p:cNvPr>
          <p:cNvCxnSpPr>
            <a:cxnSpLocks/>
            <a:stCxn id="47" idx="0"/>
            <a:endCxn id="37" idx="1"/>
          </p:cNvCxnSpPr>
          <p:nvPr/>
        </p:nvCxnSpPr>
        <p:spPr>
          <a:xfrm rot="16200000" flipH="1" flipV="1">
            <a:off x="8851806" y="3584937"/>
            <a:ext cx="91442" cy="2309004"/>
          </a:xfrm>
          <a:prstGeom prst="curvedConnector4">
            <a:avLst>
              <a:gd name="adj1" fmla="val -469717"/>
              <a:gd name="adj2" fmla="val 109900"/>
            </a:avLst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CA5BD890-DE17-9C7A-8A33-640F65B741AC}"/>
              </a:ext>
            </a:extLst>
          </p:cNvPr>
          <p:cNvSpPr/>
          <p:nvPr/>
        </p:nvSpPr>
        <p:spPr>
          <a:xfrm>
            <a:off x="6589242" y="469371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Curved Connector 49">
            <a:extLst>
              <a:ext uri="{FF2B5EF4-FFF2-40B4-BE49-F238E27FC236}">
                <a16:creationId xmlns:a16="http://schemas.microsoft.com/office/drawing/2014/main" id="{3FFC1119-5319-687F-742A-6822A17173AC}"/>
              </a:ext>
            </a:extLst>
          </p:cNvPr>
          <p:cNvCxnSpPr>
            <a:cxnSpLocks/>
            <a:stCxn id="49" idx="4"/>
            <a:endCxn id="41" idx="1"/>
          </p:cNvCxnSpPr>
          <p:nvPr/>
        </p:nvCxnSpPr>
        <p:spPr>
          <a:xfrm rot="5400000" flipH="1" flipV="1">
            <a:off x="7988541" y="3477300"/>
            <a:ext cx="91438" cy="2707157"/>
          </a:xfrm>
          <a:prstGeom prst="curvedConnector4">
            <a:avLst>
              <a:gd name="adj1" fmla="val -350010"/>
              <a:gd name="adj2" fmla="val 101979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1FAC097F-78FB-6F05-D19E-F2936ABAC684}"/>
              </a:ext>
            </a:extLst>
          </p:cNvPr>
          <p:cNvSpPr/>
          <p:nvPr/>
        </p:nvSpPr>
        <p:spPr>
          <a:xfrm>
            <a:off x="10262273" y="469371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4B39C11D-1669-4E0E-9B47-8F6230AB9741}"/>
              </a:ext>
            </a:extLst>
          </p:cNvPr>
          <p:cNvCxnSpPr>
            <a:cxnSpLocks/>
            <a:stCxn id="51" idx="4"/>
            <a:endCxn id="32" idx="1"/>
          </p:cNvCxnSpPr>
          <p:nvPr/>
        </p:nvCxnSpPr>
        <p:spPr>
          <a:xfrm rot="5400000" flipH="1">
            <a:off x="8136197" y="2659082"/>
            <a:ext cx="91437" cy="4343595"/>
          </a:xfrm>
          <a:prstGeom prst="curvedConnector4">
            <a:avLst>
              <a:gd name="adj1" fmla="val -469749"/>
              <a:gd name="adj2" fmla="val 105263"/>
            </a:avLst>
          </a:prstGeom>
          <a:ln w="28575">
            <a:solidFill>
              <a:srgbClr val="C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AC452C4C-3881-DA6C-4682-061007300640}"/>
              </a:ext>
            </a:extLst>
          </p:cNvPr>
          <p:cNvSpPr txBox="1"/>
          <p:nvPr/>
        </p:nvSpPr>
        <p:spPr>
          <a:xfrm>
            <a:off x="225520" y="1363854"/>
            <a:ext cx="4782502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typedef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prev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next;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86F8A68-61A1-982E-AA8D-2FCCD61E7813}"/>
              </a:ext>
            </a:extLst>
          </p:cNvPr>
          <p:cNvSpPr txBox="1"/>
          <p:nvPr/>
        </p:nvSpPr>
        <p:spPr>
          <a:xfrm>
            <a:off x="6861630" y="3560898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remove_end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(&amp;l);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EBB7451-FB93-65F6-53C7-D5AAB6536690}"/>
              </a:ext>
            </a:extLst>
          </p:cNvPr>
          <p:cNvSpPr/>
          <p:nvPr/>
        </p:nvSpPr>
        <p:spPr>
          <a:xfrm>
            <a:off x="8550993" y="2481114"/>
            <a:ext cx="324855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405EAB9A-8163-3D48-44D4-DA80986F97D3}"/>
              </a:ext>
            </a:extLst>
          </p:cNvPr>
          <p:cNvSpPr/>
          <p:nvPr/>
        </p:nvSpPr>
        <p:spPr>
          <a:xfrm>
            <a:off x="8239149" y="2481115"/>
            <a:ext cx="31167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56300F84-D94E-41F3-FF16-E8466DC041E6}"/>
              </a:ext>
            </a:extLst>
          </p:cNvPr>
          <p:cNvSpPr/>
          <p:nvPr/>
        </p:nvSpPr>
        <p:spPr>
          <a:xfrm>
            <a:off x="7724507" y="2481115"/>
            <a:ext cx="514641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FE6FB32D-ED6A-AB54-B6C9-C8381EE46057}"/>
              </a:ext>
            </a:extLst>
          </p:cNvPr>
          <p:cNvSpPr/>
          <p:nvPr/>
        </p:nvSpPr>
        <p:spPr>
          <a:xfrm>
            <a:off x="8619261" y="268203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1A497DD3-0468-94AA-F5D5-A1678CF3500A}"/>
              </a:ext>
            </a:extLst>
          </p:cNvPr>
          <p:cNvSpPr/>
          <p:nvPr/>
        </p:nvSpPr>
        <p:spPr>
          <a:xfrm>
            <a:off x="8303631" y="2682034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B4A7DB3-A659-4634-B50A-5E331A083FE8}"/>
              </a:ext>
            </a:extLst>
          </p:cNvPr>
          <p:cNvSpPr/>
          <p:nvPr/>
        </p:nvSpPr>
        <p:spPr>
          <a:xfrm>
            <a:off x="10205271" y="2481118"/>
            <a:ext cx="26794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F651AE7C-D0C1-1DDA-9705-65A5BD611974}"/>
              </a:ext>
            </a:extLst>
          </p:cNvPr>
          <p:cNvSpPr/>
          <p:nvPr/>
        </p:nvSpPr>
        <p:spPr>
          <a:xfrm>
            <a:off x="6836604" y="2481118"/>
            <a:ext cx="324855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6A93402-1745-CF46-0D80-39D33ADD42B1}"/>
              </a:ext>
            </a:extLst>
          </p:cNvPr>
          <p:cNvSpPr/>
          <p:nvPr/>
        </p:nvSpPr>
        <p:spPr>
          <a:xfrm>
            <a:off x="6524760" y="2481119"/>
            <a:ext cx="31167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419BF2F9-1FF9-A3F3-F1DC-1B7641828F1D}"/>
              </a:ext>
            </a:extLst>
          </p:cNvPr>
          <p:cNvSpPr/>
          <p:nvPr/>
        </p:nvSpPr>
        <p:spPr>
          <a:xfrm>
            <a:off x="6010118" y="2481119"/>
            <a:ext cx="514641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7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E4F38265-08ED-828A-2262-CB36F87B8B57}"/>
              </a:ext>
            </a:extLst>
          </p:cNvPr>
          <p:cNvSpPr/>
          <p:nvPr/>
        </p:nvSpPr>
        <p:spPr>
          <a:xfrm>
            <a:off x="6904872" y="2682039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A16D10CA-2304-E593-A3CB-3321DC13BFB3}"/>
              </a:ext>
            </a:extLst>
          </p:cNvPr>
          <p:cNvCxnSpPr>
            <a:cxnSpLocks/>
            <a:stCxn id="155" idx="6"/>
            <a:endCxn id="148" idx="1"/>
          </p:cNvCxnSpPr>
          <p:nvPr/>
        </p:nvCxnSpPr>
        <p:spPr>
          <a:xfrm flipV="1">
            <a:off x="7087752" y="2773476"/>
            <a:ext cx="636755" cy="3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148CABD2-F04A-F1E5-8139-C5AB7DA34995}"/>
              </a:ext>
            </a:extLst>
          </p:cNvPr>
          <p:cNvCxnSpPr>
            <a:cxnSpLocks/>
            <a:stCxn id="165" idx="6"/>
            <a:endCxn id="154" idx="1"/>
          </p:cNvCxnSpPr>
          <p:nvPr/>
        </p:nvCxnSpPr>
        <p:spPr>
          <a:xfrm>
            <a:off x="5459304" y="2773479"/>
            <a:ext cx="550814" cy="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8" name="Rectangle 157">
            <a:extLst>
              <a:ext uri="{FF2B5EF4-FFF2-40B4-BE49-F238E27FC236}">
                <a16:creationId xmlns:a16="http://schemas.microsoft.com/office/drawing/2014/main" id="{7E9641C4-656A-7987-64A7-2292A8218865}"/>
              </a:ext>
            </a:extLst>
          </p:cNvPr>
          <p:cNvSpPr/>
          <p:nvPr/>
        </p:nvSpPr>
        <p:spPr>
          <a:xfrm>
            <a:off x="9934067" y="2481119"/>
            <a:ext cx="26794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67EB522-D9B8-567C-11D1-58DA3802EC23}"/>
              </a:ext>
            </a:extLst>
          </p:cNvPr>
          <p:cNvSpPr/>
          <p:nvPr/>
        </p:nvSpPr>
        <p:spPr>
          <a:xfrm>
            <a:off x="9419425" y="2481119"/>
            <a:ext cx="514641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8C41A751-B1ED-32D2-10C0-A636EBD324FD}"/>
              </a:ext>
            </a:extLst>
          </p:cNvPr>
          <p:cNvSpPr/>
          <p:nvPr/>
        </p:nvSpPr>
        <p:spPr>
          <a:xfrm>
            <a:off x="10253219" y="268204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83EEE09C-D723-07C2-DC4F-31D39D898E31}"/>
              </a:ext>
            </a:extLst>
          </p:cNvPr>
          <p:cNvCxnSpPr>
            <a:cxnSpLocks/>
            <a:stCxn id="160" idx="6"/>
            <a:endCxn id="163" idx="1"/>
          </p:cNvCxnSpPr>
          <p:nvPr/>
        </p:nvCxnSpPr>
        <p:spPr>
          <a:xfrm>
            <a:off x="10436099" y="2773480"/>
            <a:ext cx="577340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247F9F5-217A-0279-1B50-5AD1AED6D73A}"/>
              </a:ext>
            </a:extLst>
          </p:cNvPr>
          <p:cNvSpPr/>
          <p:nvPr/>
        </p:nvSpPr>
        <p:spPr>
          <a:xfrm>
            <a:off x="11839758" y="2481117"/>
            <a:ext cx="276910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4147DFD6-FF13-AC97-5030-932129569A5E}"/>
              </a:ext>
            </a:extLst>
          </p:cNvPr>
          <p:cNvSpPr/>
          <p:nvPr/>
        </p:nvSpPr>
        <p:spPr>
          <a:xfrm>
            <a:off x="11013439" y="2481119"/>
            <a:ext cx="514641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2787819-167E-E09C-EA1D-F36B13B11B56}"/>
              </a:ext>
            </a:extLst>
          </p:cNvPr>
          <p:cNvSpPr txBox="1"/>
          <p:nvPr/>
        </p:nvSpPr>
        <p:spPr>
          <a:xfrm>
            <a:off x="5101238" y="2319496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E28CA74D-9D62-B238-5F89-E32442C66C39}"/>
              </a:ext>
            </a:extLst>
          </p:cNvPr>
          <p:cNvSpPr/>
          <p:nvPr/>
        </p:nvSpPr>
        <p:spPr>
          <a:xfrm>
            <a:off x="5276424" y="2682039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B59F17A8-FA60-A751-AB06-79F2E3378ECC}"/>
              </a:ext>
            </a:extLst>
          </p:cNvPr>
          <p:cNvSpPr/>
          <p:nvPr/>
        </p:nvSpPr>
        <p:spPr>
          <a:xfrm>
            <a:off x="9992175" y="268203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Curved Connector 166">
            <a:extLst>
              <a:ext uri="{FF2B5EF4-FFF2-40B4-BE49-F238E27FC236}">
                <a16:creationId xmlns:a16="http://schemas.microsoft.com/office/drawing/2014/main" id="{D66CE184-D26B-1BBD-2ACE-88D93B567FF6}"/>
              </a:ext>
            </a:extLst>
          </p:cNvPr>
          <p:cNvCxnSpPr>
            <a:cxnSpLocks/>
            <a:stCxn id="150" idx="0"/>
            <a:endCxn id="154" idx="1"/>
          </p:cNvCxnSpPr>
          <p:nvPr/>
        </p:nvCxnSpPr>
        <p:spPr>
          <a:xfrm rot="16200000" flipH="1" flipV="1">
            <a:off x="7156872" y="1535280"/>
            <a:ext cx="91446" cy="2384953"/>
          </a:xfrm>
          <a:prstGeom prst="curvedConnector4">
            <a:avLst>
              <a:gd name="adj1" fmla="val -469692"/>
              <a:gd name="adj2" fmla="val 109585"/>
            </a:avLst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Rectangle 167">
            <a:extLst>
              <a:ext uri="{FF2B5EF4-FFF2-40B4-BE49-F238E27FC236}">
                <a16:creationId xmlns:a16="http://schemas.microsoft.com/office/drawing/2014/main" id="{0A345919-719C-7720-AEEE-50BD37C7DEC0}"/>
              </a:ext>
            </a:extLst>
          </p:cNvPr>
          <p:cNvSpPr/>
          <p:nvPr/>
        </p:nvSpPr>
        <p:spPr>
          <a:xfrm>
            <a:off x="11528081" y="2481117"/>
            <a:ext cx="311677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1D51B65B-2917-D4B7-496F-2FD618298C6D}"/>
              </a:ext>
            </a:extLst>
          </p:cNvPr>
          <p:cNvSpPr/>
          <p:nvPr/>
        </p:nvSpPr>
        <p:spPr>
          <a:xfrm>
            <a:off x="11586189" y="268203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0" name="Curved Connector 169">
            <a:extLst>
              <a:ext uri="{FF2B5EF4-FFF2-40B4-BE49-F238E27FC236}">
                <a16:creationId xmlns:a16="http://schemas.microsoft.com/office/drawing/2014/main" id="{24D570AF-C466-A2A9-442F-1DAED60700ED}"/>
              </a:ext>
            </a:extLst>
          </p:cNvPr>
          <p:cNvCxnSpPr>
            <a:cxnSpLocks/>
            <a:stCxn id="169" idx="0"/>
            <a:endCxn id="159" idx="1"/>
          </p:cNvCxnSpPr>
          <p:nvPr/>
        </p:nvCxnSpPr>
        <p:spPr>
          <a:xfrm rot="16200000" flipH="1" flipV="1">
            <a:off x="10502806" y="1598657"/>
            <a:ext cx="91442" cy="2258204"/>
          </a:xfrm>
          <a:prstGeom prst="curvedConnector4">
            <a:avLst>
              <a:gd name="adj1" fmla="val -469717"/>
              <a:gd name="adj2" fmla="val 110123"/>
            </a:avLst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Oval 170">
            <a:extLst>
              <a:ext uri="{FF2B5EF4-FFF2-40B4-BE49-F238E27FC236}">
                <a16:creationId xmlns:a16="http://schemas.microsoft.com/office/drawing/2014/main" id="{08C70C84-B13D-ACD2-F278-F67BC7E40801}"/>
              </a:ext>
            </a:extLst>
          </p:cNvPr>
          <p:cNvSpPr/>
          <p:nvPr/>
        </p:nvSpPr>
        <p:spPr>
          <a:xfrm>
            <a:off x="6589242" y="268203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2" name="Curved Connector 171">
            <a:extLst>
              <a:ext uri="{FF2B5EF4-FFF2-40B4-BE49-F238E27FC236}">
                <a16:creationId xmlns:a16="http://schemas.microsoft.com/office/drawing/2014/main" id="{0B0FFFBD-D0E1-B710-5ECC-E96DC491033B}"/>
              </a:ext>
            </a:extLst>
          </p:cNvPr>
          <p:cNvCxnSpPr>
            <a:cxnSpLocks/>
            <a:stCxn id="171" idx="4"/>
            <a:endCxn id="163" idx="1"/>
          </p:cNvCxnSpPr>
          <p:nvPr/>
        </p:nvCxnSpPr>
        <p:spPr>
          <a:xfrm rot="5400000" flipH="1" flipV="1">
            <a:off x="8801341" y="652820"/>
            <a:ext cx="91438" cy="4332757"/>
          </a:xfrm>
          <a:prstGeom prst="curvedConnector4">
            <a:avLst>
              <a:gd name="adj1" fmla="val -361121"/>
              <a:gd name="adj2" fmla="val 101705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Oval 172">
            <a:extLst>
              <a:ext uri="{FF2B5EF4-FFF2-40B4-BE49-F238E27FC236}">
                <a16:creationId xmlns:a16="http://schemas.microsoft.com/office/drawing/2014/main" id="{6D5B88ED-4207-5808-1693-F03CB0289540}"/>
              </a:ext>
            </a:extLst>
          </p:cNvPr>
          <p:cNvSpPr/>
          <p:nvPr/>
        </p:nvSpPr>
        <p:spPr>
          <a:xfrm>
            <a:off x="11887873" y="268203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4" name="Curved Connector 173">
            <a:extLst>
              <a:ext uri="{FF2B5EF4-FFF2-40B4-BE49-F238E27FC236}">
                <a16:creationId xmlns:a16="http://schemas.microsoft.com/office/drawing/2014/main" id="{F9DFC7B2-3FB1-5DCF-3BE8-7CD608CA6B91}"/>
              </a:ext>
            </a:extLst>
          </p:cNvPr>
          <p:cNvCxnSpPr>
            <a:cxnSpLocks/>
            <a:stCxn id="173" idx="4"/>
            <a:endCxn id="154" idx="1"/>
          </p:cNvCxnSpPr>
          <p:nvPr/>
        </p:nvCxnSpPr>
        <p:spPr>
          <a:xfrm rot="5400000" flipH="1">
            <a:off x="8948997" y="-165398"/>
            <a:ext cx="91437" cy="5969195"/>
          </a:xfrm>
          <a:prstGeom prst="curvedConnector4">
            <a:avLst>
              <a:gd name="adj1" fmla="val -469749"/>
              <a:gd name="adj2" fmla="val 10383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Curved Connector 174">
            <a:extLst>
              <a:ext uri="{FF2B5EF4-FFF2-40B4-BE49-F238E27FC236}">
                <a16:creationId xmlns:a16="http://schemas.microsoft.com/office/drawing/2014/main" id="{2D5A5709-2804-5A7A-AB07-E2D4755B5B78}"/>
              </a:ext>
            </a:extLst>
          </p:cNvPr>
          <p:cNvCxnSpPr>
            <a:cxnSpLocks/>
            <a:stCxn id="166" idx="0"/>
            <a:endCxn id="148" idx="1"/>
          </p:cNvCxnSpPr>
          <p:nvPr/>
        </p:nvCxnSpPr>
        <p:spPr>
          <a:xfrm rot="16200000" flipH="1" flipV="1">
            <a:off x="8858342" y="1548203"/>
            <a:ext cx="91438" cy="2359108"/>
          </a:xfrm>
          <a:prstGeom prst="curvedConnector4">
            <a:avLst>
              <a:gd name="adj1" fmla="val -469742"/>
              <a:gd name="adj2" fmla="val 109690"/>
            </a:avLst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621BF0C0-04DB-91BD-A7D5-A51B7AB68737}"/>
              </a:ext>
            </a:extLst>
          </p:cNvPr>
          <p:cNvCxnSpPr>
            <a:cxnSpLocks/>
            <a:stCxn id="149" idx="6"/>
            <a:endCxn id="159" idx="1"/>
          </p:cNvCxnSpPr>
          <p:nvPr/>
        </p:nvCxnSpPr>
        <p:spPr>
          <a:xfrm>
            <a:off x="8802141" y="2773475"/>
            <a:ext cx="617284" cy="5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BC48963-3006-7617-7047-A2102D7D477F}"/>
              </a:ext>
            </a:extLst>
          </p:cNvPr>
          <p:cNvSpPr txBox="1"/>
          <p:nvPr/>
        </p:nvSpPr>
        <p:spPr>
          <a:xfrm>
            <a:off x="10238439" y="1894966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last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044110F-CEAF-91B8-A8FD-5B7FAA45AA1F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10609695" y="2264298"/>
            <a:ext cx="370424" cy="509177"/>
          </a:xfrm>
          <a:prstGeom prst="straightConnector1">
            <a:avLst/>
          </a:prstGeom>
          <a:ln w="28575">
            <a:solidFill>
              <a:srgbClr val="C0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22B1952-3DEA-77B5-3466-CE2338A0D31A}"/>
              </a:ext>
            </a:extLst>
          </p:cNvPr>
          <p:cNvSpPr txBox="1"/>
          <p:nvPr/>
        </p:nvSpPr>
        <p:spPr>
          <a:xfrm>
            <a:off x="5253488" y="187439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first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DCE8E0B-0CAC-BA5D-922C-0DF88977EEB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5694475" y="2243731"/>
            <a:ext cx="300693" cy="509177"/>
          </a:xfrm>
          <a:prstGeom prst="straightConnector1">
            <a:avLst/>
          </a:prstGeom>
          <a:ln w="28575">
            <a:solidFill>
              <a:srgbClr val="C0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C45E80F-E559-70DD-FC31-490BCACEA975}"/>
              </a:ext>
            </a:extLst>
          </p:cNvPr>
          <p:cNvSpPr txBox="1"/>
          <p:nvPr/>
        </p:nvSpPr>
        <p:spPr>
          <a:xfrm>
            <a:off x="8335534" y="1814106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previous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FF915C-F58C-8985-DFED-320F081F6A28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8985712" y="2183438"/>
            <a:ext cx="396012" cy="603038"/>
          </a:xfrm>
          <a:prstGeom prst="straightConnector1">
            <a:avLst/>
          </a:prstGeom>
          <a:ln w="28575">
            <a:solidFill>
              <a:srgbClr val="C0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2EDF621-5C5B-B342-FEC5-1AD9301639D9}"/>
              </a:ext>
            </a:extLst>
          </p:cNvPr>
          <p:cNvCxnSpPr>
            <a:cxnSpLocks/>
            <a:stCxn id="11" idx="0"/>
            <a:endCxn id="165" idx="4"/>
          </p:cNvCxnSpPr>
          <p:nvPr/>
        </p:nvCxnSpPr>
        <p:spPr>
          <a:xfrm flipV="1">
            <a:off x="5308104" y="2864919"/>
            <a:ext cx="59760" cy="51109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B5D1E8F-0CCA-182F-E372-D57DA3F739C7}"/>
              </a:ext>
            </a:extLst>
          </p:cNvPr>
          <p:cNvSpPr/>
          <p:nvPr/>
        </p:nvSpPr>
        <p:spPr>
          <a:xfrm>
            <a:off x="5216664" y="337601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65C-2E6B-45A8-7F17-E10EE0411E3D}"/>
              </a:ext>
            </a:extLst>
          </p:cNvPr>
          <p:cNvSpPr txBox="1"/>
          <p:nvPr/>
        </p:nvSpPr>
        <p:spPr>
          <a:xfrm>
            <a:off x="5382969" y="324323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37547D-E574-648D-A1E4-86968819A3A8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5290113" y="4876598"/>
            <a:ext cx="59760" cy="511099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F555CFE-9449-949A-A5A5-9115E0FBD3F4}"/>
              </a:ext>
            </a:extLst>
          </p:cNvPr>
          <p:cNvSpPr/>
          <p:nvPr/>
        </p:nvSpPr>
        <p:spPr>
          <a:xfrm>
            <a:off x="5198673" y="5387697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F85F40-00F6-82FC-BAFB-80E516C20A9A}"/>
              </a:ext>
            </a:extLst>
          </p:cNvPr>
          <p:cNvSpPr txBox="1"/>
          <p:nvPr/>
        </p:nvSpPr>
        <p:spPr>
          <a:xfrm>
            <a:off x="5364978" y="525491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29368129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0EC19-5223-63D9-EA07-B80AA2E4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0E226-D9B1-E5A3-6D3B-6C17AF75C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Singly linked list</a:t>
            </a:r>
          </a:p>
          <a:p>
            <a:pPr lvl="1"/>
            <a:r>
              <a:rPr lang="en-US" dirty="0"/>
              <a:t>Only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  <a:r>
              <a:rPr lang="en-US" dirty="0"/>
              <a:t> pointer: Scanning the linked list in one direction</a:t>
            </a:r>
          </a:p>
          <a:p>
            <a:pPr lvl="1"/>
            <a:r>
              <a:rPr lang="en-US" dirty="0"/>
              <a:t>NULL pointer indicates the last element</a:t>
            </a:r>
          </a:p>
          <a:p>
            <a:pPr lvl="1"/>
            <a:r>
              <a:rPr lang="en-US" dirty="0"/>
              <a:t>Tricky to remove or add the last element</a:t>
            </a:r>
          </a:p>
          <a:p>
            <a:endParaRPr lang="en-US" dirty="0"/>
          </a:p>
          <a:p>
            <a:r>
              <a:rPr lang="en-US" dirty="0"/>
              <a:t>Doubly linked list</a:t>
            </a:r>
          </a:p>
          <a:p>
            <a:pPr lvl="1"/>
            <a:r>
              <a:rPr lang="en-US" dirty="0"/>
              <a:t>Each node has two pointers: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next</a:t>
            </a:r>
            <a:r>
              <a:rPr lang="en-US" dirty="0"/>
              <a:t> and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prev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r>
              <a:rPr lang="en-US" dirty="0"/>
              <a:t>Can traverse the list in both directions</a:t>
            </a:r>
          </a:p>
          <a:p>
            <a:pPr lvl="1"/>
            <a:r>
              <a:rPr lang="en-US" dirty="0"/>
              <a:t>Easy to add and remove the first and last element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3477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098C3-39DD-46FA-0338-E5CA9505C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8B099-3ADC-713F-822A-A6BD120EB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627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05A30-7C07-0FE0-9E7D-DAFE7A2E0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56AC1-1DB5-513A-B008-2D06E808B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294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3200-40EB-562F-D300-A3BCAC351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301C2-54D8-C2CC-1D27-C70A17CAD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822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07A1-6D57-3BB1-3380-606857328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attempt (wrong implementation)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B304AF-AF2D-222B-3E39-3373DAF9BD3E}"/>
              </a:ext>
            </a:extLst>
          </p:cNvPr>
          <p:cNvSpPr txBox="1"/>
          <p:nvPr/>
        </p:nvSpPr>
        <p:spPr>
          <a:xfrm>
            <a:off x="6971233" y="2672958"/>
            <a:ext cx="4285129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remove_end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intlist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**p)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(*p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remove_end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                 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empty list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(l-&gt;next){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l = l-&gt;next;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free(l);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101BD9-BAD4-0CAB-6691-B69C29190BAA}"/>
              </a:ext>
            </a:extLst>
          </p:cNvPr>
          <p:cNvSpPr/>
          <p:nvPr/>
        </p:nvSpPr>
        <p:spPr>
          <a:xfrm>
            <a:off x="2755400" y="1912142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5C641C-82DB-03DC-EEFD-5AC312697EE9}"/>
              </a:ext>
            </a:extLst>
          </p:cNvPr>
          <p:cNvSpPr/>
          <p:nvPr/>
        </p:nvSpPr>
        <p:spPr>
          <a:xfrm>
            <a:off x="2098116" y="1912142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CFFD960-8966-AE9E-0E3D-64EBE03EC367}"/>
              </a:ext>
            </a:extLst>
          </p:cNvPr>
          <p:cNvSpPr/>
          <p:nvPr/>
        </p:nvSpPr>
        <p:spPr>
          <a:xfrm>
            <a:off x="3003432" y="2113062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91DA006-0225-6BBE-7467-BCCCDCDD3B37}"/>
              </a:ext>
            </a:extLst>
          </p:cNvPr>
          <p:cNvCxnSpPr>
            <a:cxnSpLocks/>
            <a:stCxn id="33" idx="6"/>
            <a:endCxn id="37" idx="1"/>
          </p:cNvCxnSpPr>
          <p:nvPr/>
        </p:nvCxnSpPr>
        <p:spPr>
          <a:xfrm>
            <a:off x="3186312" y="2204502"/>
            <a:ext cx="837751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9051557-6830-EEE5-F9B7-BF5DAAE9D9BB}"/>
              </a:ext>
            </a:extLst>
          </p:cNvPr>
          <p:cNvCxnSpPr>
            <a:cxnSpLocks/>
            <a:stCxn id="43" idx="6"/>
            <a:endCxn id="32" idx="1"/>
          </p:cNvCxnSpPr>
          <p:nvPr/>
        </p:nvCxnSpPr>
        <p:spPr>
          <a:xfrm>
            <a:off x="1314024" y="2204502"/>
            <a:ext cx="78409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E27794C7-A19B-ED5A-B282-E795FB20A771}"/>
              </a:ext>
            </a:extLst>
          </p:cNvPr>
          <p:cNvSpPr/>
          <p:nvPr/>
        </p:nvSpPr>
        <p:spPr>
          <a:xfrm>
            <a:off x="4681347" y="1912142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5ACED8-BD12-2232-76AD-06850A420B62}"/>
              </a:ext>
            </a:extLst>
          </p:cNvPr>
          <p:cNvSpPr/>
          <p:nvPr/>
        </p:nvSpPr>
        <p:spPr>
          <a:xfrm>
            <a:off x="4024063" y="1912142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EEF9ECA-BA55-5A68-64AD-3BBF8E17FEAD}"/>
              </a:ext>
            </a:extLst>
          </p:cNvPr>
          <p:cNvSpPr/>
          <p:nvPr/>
        </p:nvSpPr>
        <p:spPr>
          <a:xfrm>
            <a:off x="4929379" y="2113063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E51D46C-C47C-FBDA-7E5B-FEE67A082E42}"/>
              </a:ext>
            </a:extLst>
          </p:cNvPr>
          <p:cNvCxnSpPr>
            <a:cxnSpLocks/>
            <a:stCxn id="38" idx="6"/>
            <a:endCxn id="41" idx="1"/>
          </p:cNvCxnSpPr>
          <p:nvPr/>
        </p:nvCxnSpPr>
        <p:spPr>
          <a:xfrm>
            <a:off x="5112259" y="2204503"/>
            <a:ext cx="800458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AC39C0FE-F6D7-098E-6B0D-5F1DA2CB254B}"/>
              </a:ext>
            </a:extLst>
          </p:cNvPr>
          <p:cNvSpPr/>
          <p:nvPr/>
        </p:nvSpPr>
        <p:spPr>
          <a:xfrm>
            <a:off x="6570001" y="1912142"/>
            <a:ext cx="961526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0D88CA-FE54-809D-F0C6-9B9B8622DD22}"/>
              </a:ext>
            </a:extLst>
          </p:cNvPr>
          <p:cNvSpPr/>
          <p:nvPr/>
        </p:nvSpPr>
        <p:spPr>
          <a:xfrm>
            <a:off x="5912717" y="1912142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041506-1A3D-D67D-92C0-95707CE67C4C}"/>
              </a:ext>
            </a:extLst>
          </p:cNvPr>
          <p:cNvSpPr txBox="1"/>
          <p:nvPr/>
        </p:nvSpPr>
        <p:spPr>
          <a:xfrm>
            <a:off x="935638" y="1750519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17D8323-C3EE-FC2B-DD1F-2F1CF2E82EBF}"/>
              </a:ext>
            </a:extLst>
          </p:cNvPr>
          <p:cNvSpPr/>
          <p:nvPr/>
        </p:nvSpPr>
        <p:spPr>
          <a:xfrm>
            <a:off x="1131144" y="2113062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B2D62F6-299E-70C7-43FB-E6429D14272E}"/>
              </a:ext>
            </a:extLst>
          </p:cNvPr>
          <p:cNvSpPr/>
          <p:nvPr/>
        </p:nvSpPr>
        <p:spPr>
          <a:xfrm>
            <a:off x="2755400" y="3947130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A4F043-8C67-DE56-B92E-ADF82E0FF52B}"/>
              </a:ext>
            </a:extLst>
          </p:cNvPr>
          <p:cNvSpPr/>
          <p:nvPr/>
        </p:nvSpPr>
        <p:spPr>
          <a:xfrm>
            <a:off x="2098116" y="3947130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44F62B1-6895-6481-6F08-A34D2EF77053}"/>
              </a:ext>
            </a:extLst>
          </p:cNvPr>
          <p:cNvSpPr/>
          <p:nvPr/>
        </p:nvSpPr>
        <p:spPr>
          <a:xfrm>
            <a:off x="3003432" y="414805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5ACFA40-98FC-8420-7753-8B924EB32364}"/>
              </a:ext>
            </a:extLst>
          </p:cNvPr>
          <p:cNvCxnSpPr>
            <a:cxnSpLocks/>
            <a:stCxn id="46" idx="6"/>
            <a:endCxn id="50" idx="1"/>
          </p:cNvCxnSpPr>
          <p:nvPr/>
        </p:nvCxnSpPr>
        <p:spPr>
          <a:xfrm>
            <a:off x="3186312" y="4239490"/>
            <a:ext cx="837751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6476020-7FFA-2845-AFDF-FF88D4B85BA5}"/>
              </a:ext>
            </a:extLst>
          </p:cNvPr>
          <p:cNvCxnSpPr>
            <a:cxnSpLocks/>
            <a:stCxn id="52" idx="6"/>
            <a:endCxn id="45" idx="1"/>
          </p:cNvCxnSpPr>
          <p:nvPr/>
        </p:nvCxnSpPr>
        <p:spPr>
          <a:xfrm>
            <a:off x="1314024" y="4239490"/>
            <a:ext cx="784092" cy="1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3D8990FB-7438-8B03-3A74-50BB966C8A27}"/>
              </a:ext>
            </a:extLst>
          </p:cNvPr>
          <p:cNvSpPr/>
          <p:nvPr/>
        </p:nvSpPr>
        <p:spPr>
          <a:xfrm>
            <a:off x="4681347" y="3947130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FED05E8-B9E7-51C3-E282-89B694EA1C03}"/>
              </a:ext>
            </a:extLst>
          </p:cNvPr>
          <p:cNvSpPr/>
          <p:nvPr/>
        </p:nvSpPr>
        <p:spPr>
          <a:xfrm>
            <a:off x="4024063" y="3947130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568734-7ED8-E59F-2FEB-F5827C85F360}"/>
              </a:ext>
            </a:extLst>
          </p:cNvPr>
          <p:cNvSpPr txBox="1"/>
          <p:nvPr/>
        </p:nvSpPr>
        <p:spPr>
          <a:xfrm>
            <a:off x="935638" y="3785507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7D4572F-55B6-2107-FB18-3846CA05164D}"/>
              </a:ext>
            </a:extLst>
          </p:cNvPr>
          <p:cNvSpPr/>
          <p:nvPr/>
        </p:nvSpPr>
        <p:spPr>
          <a:xfrm>
            <a:off x="1131144" y="414805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4234F7-4A24-8B47-2C5F-F8DA870915CD}"/>
              </a:ext>
            </a:extLst>
          </p:cNvPr>
          <p:cNvSpPr txBox="1"/>
          <p:nvPr/>
        </p:nvSpPr>
        <p:spPr>
          <a:xfrm>
            <a:off x="3214412" y="2942568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remove_end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(&amp;l);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FB545F-7583-D613-4BFB-7B5243B09A67}"/>
              </a:ext>
            </a:extLst>
          </p:cNvPr>
          <p:cNvSpPr txBox="1"/>
          <p:nvPr/>
        </p:nvSpPr>
        <p:spPr>
          <a:xfrm>
            <a:off x="6846902" y="5576626"/>
            <a:ext cx="1958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Why is it wrong?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D42F05-D65A-5A7D-28DB-1CDBC68D0B3F}"/>
              </a:ext>
            </a:extLst>
          </p:cNvPr>
          <p:cNvSpPr txBox="1"/>
          <p:nvPr/>
        </p:nvSpPr>
        <p:spPr>
          <a:xfrm>
            <a:off x="6846901" y="5976736"/>
            <a:ext cx="37526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After its completion, what is the next field of the last element?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F9A45B1-548A-ED5F-0E5C-4B3D713532AD}"/>
              </a:ext>
            </a:extLst>
          </p:cNvPr>
          <p:cNvSpPr/>
          <p:nvPr/>
        </p:nvSpPr>
        <p:spPr>
          <a:xfrm>
            <a:off x="4929379" y="414805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BFC624E-96D8-6D24-B367-C3FA6CF0E315}"/>
              </a:ext>
            </a:extLst>
          </p:cNvPr>
          <p:cNvCxnSpPr>
            <a:cxnSpLocks/>
            <a:stCxn id="56" idx="6"/>
          </p:cNvCxnSpPr>
          <p:nvPr/>
        </p:nvCxnSpPr>
        <p:spPr>
          <a:xfrm>
            <a:off x="5112259" y="4239490"/>
            <a:ext cx="800458" cy="0"/>
          </a:xfrm>
          <a:prstGeom prst="straightConnector1">
            <a:avLst/>
          </a:prstGeom>
          <a:ln w="28575"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7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D037-E1C7-9B80-88E8-2E0F5159C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52412-0653-49BC-0CCA-2205D84EE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7B85E-14F2-306B-6AB2-BB1E67642B75}"/>
              </a:ext>
            </a:extLst>
          </p:cNvPr>
          <p:cNvSpPr/>
          <p:nvPr/>
        </p:nvSpPr>
        <p:spPr>
          <a:xfrm>
            <a:off x="11025158" y="2910268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9B2762-274D-C180-4113-594D936DFA83}"/>
              </a:ext>
            </a:extLst>
          </p:cNvPr>
          <p:cNvSpPr/>
          <p:nvPr/>
        </p:nvSpPr>
        <p:spPr>
          <a:xfrm>
            <a:off x="11025158" y="1687403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4FC1F2-F606-73F9-9CFA-D2E7C9799D34}"/>
              </a:ext>
            </a:extLst>
          </p:cNvPr>
          <p:cNvSpPr/>
          <p:nvPr/>
        </p:nvSpPr>
        <p:spPr>
          <a:xfrm>
            <a:off x="10367874" y="1687404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7F4D57-BD54-2CC5-3649-680CDD15E194}"/>
              </a:ext>
            </a:extLst>
          </p:cNvPr>
          <p:cNvSpPr/>
          <p:nvPr/>
        </p:nvSpPr>
        <p:spPr>
          <a:xfrm>
            <a:off x="9710590" y="1687404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8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2EA8EE-D89B-4993-6DE6-97F115D19DAC}"/>
              </a:ext>
            </a:extLst>
          </p:cNvPr>
          <p:cNvSpPr/>
          <p:nvPr/>
        </p:nvSpPr>
        <p:spPr>
          <a:xfrm>
            <a:off x="11266146" y="1888324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070D0B-669B-312A-F4B8-AA862E9A0440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10039232" y="2044422"/>
            <a:ext cx="1253696" cy="86584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FDAF9F-E048-8745-53E9-F70EFDD87D93}"/>
              </a:ext>
            </a:extLst>
          </p:cNvPr>
          <p:cNvCxnSpPr>
            <a:cxnSpLocks/>
            <a:stCxn id="18" idx="4"/>
            <a:endCxn id="7" idx="0"/>
          </p:cNvCxnSpPr>
          <p:nvPr/>
        </p:nvCxnSpPr>
        <p:spPr>
          <a:xfrm>
            <a:off x="10039232" y="1373383"/>
            <a:ext cx="0" cy="314021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F0A4B91-AB09-0F5A-51DA-14A51ABD02FA}"/>
              </a:ext>
            </a:extLst>
          </p:cNvPr>
          <p:cNvSpPr/>
          <p:nvPr/>
        </p:nvSpPr>
        <p:spPr>
          <a:xfrm>
            <a:off x="10367874" y="291026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B3156F-E182-B686-2B8F-9B23B29A1809}"/>
              </a:ext>
            </a:extLst>
          </p:cNvPr>
          <p:cNvSpPr/>
          <p:nvPr/>
        </p:nvSpPr>
        <p:spPr>
          <a:xfrm>
            <a:off x="9710590" y="2910269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9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19CCD3F-AF66-4BF7-BDAA-B260DF5868BA}"/>
              </a:ext>
            </a:extLst>
          </p:cNvPr>
          <p:cNvSpPr/>
          <p:nvPr/>
        </p:nvSpPr>
        <p:spPr>
          <a:xfrm>
            <a:off x="11276306" y="311119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827CFA-7007-AE56-8E48-48CD1F7B3A34}"/>
              </a:ext>
            </a:extLst>
          </p:cNvPr>
          <p:cNvCxnSpPr>
            <a:cxnSpLocks/>
            <a:stCxn id="13" idx="3"/>
            <a:endCxn id="16" idx="0"/>
          </p:cNvCxnSpPr>
          <p:nvPr/>
        </p:nvCxnSpPr>
        <p:spPr>
          <a:xfrm flipH="1">
            <a:off x="10039232" y="3267288"/>
            <a:ext cx="1263856" cy="85947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EA0BC-1C65-2725-8499-C86886B7D548}"/>
              </a:ext>
            </a:extLst>
          </p:cNvPr>
          <p:cNvSpPr/>
          <p:nvPr/>
        </p:nvSpPr>
        <p:spPr>
          <a:xfrm>
            <a:off x="11025159" y="4126764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NULL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CE4DFE-8496-1C9D-FF9A-A978BC64D506}"/>
              </a:ext>
            </a:extLst>
          </p:cNvPr>
          <p:cNvSpPr/>
          <p:nvPr/>
        </p:nvSpPr>
        <p:spPr>
          <a:xfrm>
            <a:off x="9710590" y="4126766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10</a:t>
            </a:r>
            <a:endParaRPr lang="en-US" i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5164A9-80CD-6447-A08D-974E0DA96CD0}"/>
              </a:ext>
            </a:extLst>
          </p:cNvPr>
          <p:cNvSpPr txBox="1"/>
          <p:nvPr/>
        </p:nvSpPr>
        <p:spPr>
          <a:xfrm>
            <a:off x="10034971" y="1024841"/>
            <a:ext cx="573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B9FC4DF-FAAC-3130-B999-6E2F191360E5}"/>
              </a:ext>
            </a:extLst>
          </p:cNvPr>
          <p:cNvSpPr/>
          <p:nvPr/>
        </p:nvSpPr>
        <p:spPr>
          <a:xfrm>
            <a:off x="9947792" y="1190503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334C911-80F0-7B4A-CF31-79893C869DE8}"/>
              </a:ext>
            </a:extLst>
          </p:cNvPr>
          <p:cNvSpPr/>
          <p:nvPr/>
        </p:nvSpPr>
        <p:spPr>
          <a:xfrm>
            <a:off x="10608862" y="311118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7A1B19-6EE3-5484-BF90-CEF264E4B9E6}"/>
              </a:ext>
            </a:extLst>
          </p:cNvPr>
          <p:cNvSpPr/>
          <p:nvPr/>
        </p:nvSpPr>
        <p:spPr>
          <a:xfrm>
            <a:off x="10367874" y="4126764"/>
            <a:ext cx="657284" cy="5847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257A8B1-5EF2-396E-E9C9-0B61418746CD}"/>
              </a:ext>
            </a:extLst>
          </p:cNvPr>
          <p:cNvSpPr/>
          <p:nvPr/>
        </p:nvSpPr>
        <p:spPr>
          <a:xfrm>
            <a:off x="10619022" y="432768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F6A0B31-B41B-0B0D-E644-CBA20545212E}"/>
              </a:ext>
            </a:extLst>
          </p:cNvPr>
          <p:cNvCxnSpPr>
            <a:cxnSpLocks/>
            <a:stCxn id="19" idx="1"/>
            <a:endCxn id="7" idx="2"/>
          </p:cNvCxnSpPr>
          <p:nvPr/>
        </p:nvCxnSpPr>
        <p:spPr>
          <a:xfrm flipH="1" flipV="1">
            <a:off x="10039232" y="2272126"/>
            <a:ext cx="596412" cy="865844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EE6ACB6-3010-C784-5C9A-6954679F0517}"/>
              </a:ext>
            </a:extLst>
          </p:cNvPr>
          <p:cNvCxnSpPr>
            <a:cxnSpLocks/>
            <a:stCxn id="21" idx="1"/>
            <a:endCxn id="12" idx="2"/>
          </p:cNvCxnSpPr>
          <p:nvPr/>
        </p:nvCxnSpPr>
        <p:spPr>
          <a:xfrm flipH="1" flipV="1">
            <a:off x="10039232" y="3494991"/>
            <a:ext cx="606572" cy="859476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983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23351</TotalTime>
  <Words>3043</Words>
  <Application>Microsoft Macintosh PowerPoint</Application>
  <PresentationFormat>Widescreen</PresentationFormat>
  <Paragraphs>696</Paragraphs>
  <Slides>34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CMSS10</vt:lpstr>
      <vt:lpstr>CMTT10</vt:lpstr>
      <vt:lpstr>Arial</vt:lpstr>
      <vt:lpstr>Calibri</vt:lpstr>
      <vt:lpstr>Calibri Light</vt:lpstr>
      <vt:lpstr>Menlo</vt:lpstr>
      <vt:lpstr>Wingdings</vt:lpstr>
      <vt:lpstr>Office Theme</vt:lpstr>
      <vt:lpstr>linked list operation  CMSC 14300: System Programming I 14th Lecture</vt:lpstr>
      <vt:lpstr>Recap: Linked List</vt:lpstr>
      <vt:lpstr>Recap: Linked List vs Array</vt:lpstr>
      <vt:lpstr>Walking Through: Creating a Linked List</vt:lpstr>
      <vt:lpstr>Walking Through: Copying Squares to a New List</vt:lpstr>
      <vt:lpstr>Walking Through: Copying Squares to a New List</vt:lpstr>
      <vt:lpstr>Walking Through: Copying Squares to a New List</vt:lpstr>
      <vt:lpstr>Walking Through: Copying Squares to a New List</vt:lpstr>
      <vt:lpstr>Walking Through: Copying Squares to a New List</vt:lpstr>
      <vt:lpstr>Walking Through: Copying Squares to a New List</vt:lpstr>
      <vt:lpstr>Walking Through: Copying Squares to a New List</vt:lpstr>
      <vt:lpstr>Walking Through: Copying Squares to a New List</vt:lpstr>
      <vt:lpstr>Walking Through: Copying Squares to a New List</vt:lpstr>
      <vt:lpstr>Walking Through: Copying Squares to a New List</vt:lpstr>
      <vt:lpstr>Walking Through: Copying Squares to a New List</vt:lpstr>
      <vt:lpstr>Walking Through: Copying Squares to a New List</vt:lpstr>
      <vt:lpstr>Exercise: Copying Even Elements to a New List</vt:lpstr>
      <vt:lpstr>Exercise: Copying Even Elements to a New List</vt:lpstr>
      <vt:lpstr>Removing First Element in Linked List</vt:lpstr>
      <vt:lpstr>Removing First Element in Linked List</vt:lpstr>
      <vt:lpstr>Removing First Element in Linked List </vt:lpstr>
      <vt:lpstr>Removing First Element in List </vt:lpstr>
      <vt:lpstr>Removing Last Element in Linked List</vt:lpstr>
      <vt:lpstr>An Incorrect Implementation</vt:lpstr>
      <vt:lpstr>A Correct Implementation</vt:lpstr>
      <vt:lpstr>Doubly Linked List</vt:lpstr>
      <vt:lpstr>Doubly Linked List</vt:lpstr>
      <vt:lpstr>A Correct Implementation</vt:lpstr>
      <vt:lpstr>Conclusion</vt:lpstr>
      <vt:lpstr>PowerPoint Presentation</vt:lpstr>
      <vt:lpstr>PowerPoint Presentation</vt:lpstr>
      <vt:lpstr>PowerPoint Presentation</vt:lpstr>
      <vt:lpstr>1st attempt (wrong implementation)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1169</cp:revision>
  <dcterms:created xsi:type="dcterms:W3CDTF">2023-03-12T16:00:37Z</dcterms:created>
  <dcterms:modified xsi:type="dcterms:W3CDTF">2023-04-21T19:27:38Z</dcterms:modified>
</cp:coreProperties>
</file>